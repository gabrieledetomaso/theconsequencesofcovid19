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Lst>
  <p:notesMasterIdLst>
    <p:notesMasterId r:id="rId46"/>
  </p:notesMasterIdLst>
  <p:sldIdLst>
    <p:sldId id="369" r:id="rId2"/>
    <p:sldId id="314" r:id="rId3"/>
    <p:sldId id="316" r:id="rId4"/>
    <p:sldId id="317" r:id="rId5"/>
    <p:sldId id="318" r:id="rId6"/>
    <p:sldId id="319" r:id="rId7"/>
    <p:sldId id="320" r:id="rId8"/>
    <p:sldId id="321" r:id="rId9"/>
    <p:sldId id="324" r:id="rId10"/>
    <p:sldId id="325" r:id="rId11"/>
    <p:sldId id="322" r:id="rId12"/>
    <p:sldId id="330" r:id="rId13"/>
    <p:sldId id="327" r:id="rId14"/>
    <p:sldId id="329" r:id="rId15"/>
    <p:sldId id="336" r:id="rId16"/>
    <p:sldId id="337" r:id="rId17"/>
    <p:sldId id="331" r:id="rId18"/>
    <p:sldId id="334" r:id="rId19"/>
    <p:sldId id="338" r:id="rId20"/>
    <p:sldId id="339" r:id="rId21"/>
    <p:sldId id="340" r:id="rId22"/>
    <p:sldId id="347" r:id="rId23"/>
    <p:sldId id="341" r:id="rId24"/>
    <p:sldId id="342" r:id="rId25"/>
    <p:sldId id="345" r:id="rId26"/>
    <p:sldId id="346" r:id="rId27"/>
    <p:sldId id="343" r:id="rId28"/>
    <p:sldId id="344" r:id="rId29"/>
    <p:sldId id="348" r:id="rId30"/>
    <p:sldId id="351" r:id="rId31"/>
    <p:sldId id="350" r:id="rId32"/>
    <p:sldId id="355" r:id="rId33"/>
    <p:sldId id="353" r:id="rId34"/>
    <p:sldId id="354" r:id="rId35"/>
    <p:sldId id="356" r:id="rId36"/>
    <p:sldId id="357" r:id="rId37"/>
    <p:sldId id="359" r:id="rId38"/>
    <p:sldId id="360" r:id="rId39"/>
    <p:sldId id="361" r:id="rId40"/>
    <p:sldId id="362" r:id="rId41"/>
    <p:sldId id="364" r:id="rId42"/>
    <p:sldId id="363" r:id="rId43"/>
    <p:sldId id="366" r:id="rId44"/>
    <p:sldId id="368" r:id="rId45"/>
  </p:sldIdLst>
  <p:sldSz cx="9144000" cy="5143500" type="screen16x9"/>
  <p:notesSz cx="6858000" cy="9144000"/>
  <p:embeddedFontLst>
    <p:embeddedFont>
      <p:font typeface="Consolas" panose="020B0609020204030204" pitchFamily="49" charset="0"/>
      <p:regular r:id="rId47"/>
      <p:bold r:id="rId48"/>
      <p:italic r:id="rId49"/>
      <p:boldItalic r:id="rId50"/>
    </p:embeddedFont>
    <p:embeddedFont>
      <p:font typeface="DM Sans" pitchFamily="2" charset="0"/>
      <p:regular r:id="rId51"/>
      <p:bold r:id="rId52"/>
      <p:italic r:id="rId53"/>
      <p:boldItalic r:id="rId54"/>
    </p:embeddedFont>
    <p:embeddedFont>
      <p:font typeface="Nunito Light" panose="00000400000000000000" pitchFamily="2" charset="0"/>
      <p:regular r:id="rId55"/>
      <p:italic r:id="rId56"/>
    </p:embeddedFont>
    <p:embeddedFont>
      <p:font typeface="Outfit" panose="020B0604020202020204" charset="0"/>
      <p:regular r:id="rId57"/>
      <p:bold r:id="rId5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597" userDrawn="1">
          <p15:clr>
            <a:srgbClr val="A4A3A4"/>
          </p15:clr>
        </p15:guide>
        <p15:guide id="2" orient="horz" pos="1620" userDrawn="1">
          <p15:clr>
            <a:srgbClr val="A4A3A4"/>
          </p15:clr>
        </p15:guide>
        <p15:guide id="3"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8DAF8"/>
    <a:srgbClr val="FF5050"/>
    <a:srgbClr val="FF9933"/>
    <a:srgbClr val="A50021"/>
    <a:srgbClr val="FF7C80"/>
    <a:srgbClr val="CC0000"/>
    <a:srgbClr val="CC3300"/>
    <a:srgbClr val="FFCC66"/>
    <a:srgbClr val="FFFF99"/>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01574BF-9089-46E8-90E2-2F2BBC360A0E}">
  <a:tblStyle styleId="{701574BF-9089-46E8-90E2-2F2BBC360A0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682" y="62"/>
      </p:cViewPr>
      <p:guideLst>
        <p:guide orient="horz" pos="1597"/>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font" Target="fonts/font4.fntdata"/><Relationship Id="rId55" Type="http://schemas.openxmlformats.org/officeDocument/2006/relationships/font" Target="fonts/font9.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7.fntdata"/><Relationship Id="rId58" Type="http://schemas.openxmlformats.org/officeDocument/2006/relationships/font" Target="fonts/font12.fntdata"/><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font" Target="fonts/font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8.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font" Target="fonts/font1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6.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Foglio1!$B$1</c:f>
              <c:strCache>
                <c:ptCount val="1"/>
                <c:pt idx="0">
                  <c:v>Frequentanti</c:v>
                </c:pt>
              </c:strCache>
            </c:strRef>
          </c:tx>
          <c:spPr>
            <a:solidFill>
              <a:schemeClr val="accent1"/>
            </a:solidFill>
            <a:ln>
              <a:noFill/>
            </a:ln>
            <a:effectLst/>
          </c:spPr>
          <c:invertIfNegative val="0"/>
          <c:cat>
            <c:strRef>
              <c:f>Foglio1!$A$2:$A$8</c:f>
              <c:strCache>
                <c:ptCount val="7"/>
                <c:pt idx="0">
                  <c:v>Asilo nido</c:v>
                </c:pt>
                <c:pt idx="1">
                  <c:v>Scuola materna</c:v>
                </c:pt>
                <c:pt idx="2">
                  <c:v>Elementari</c:v>
                </c:pt>
                <c:pt idx="3">
                  <c:v>Medie</c:v>
                </c:pt>
                <c:pt idx="4">
                  <c:v>Superiori</c:v>
                </c:pt>
                <c:pt idx="5">
                  <c:v>Vocazione</c:v>
                </c:pt>
                <c:pt idx="6">
                  <c:v>Bisogni speciali</c:v>
                </c:pt>
              </c:strCache>
            </c:strRef>
          </c:cat>
          <c:val>
            <c:numRef>
              <c:f>Foglio1!$B$2:$B$8</c:f>
              <c:numCache>
                <c:formatCode>General</c:formatCode>
                <c:ptCount val="7"/>
                <c:pt idx="0">
                  <c:v>2379</c:v>
                </c:pt>
                <c:pt idx="1">
                  <c:v>2989</c:v>
                </c:pt>
                <c:pt idx="2">
                  <c:v>2398</c:v>
                </c:pt>
                <c:pt idx="3">
                  <c:v>552</c:v>
                </c:pt>
                <c:pt idx="4">
                  <c:v>78</c:v>
                </c:pt>
                <c:pt idx="5">
                  <c:v>24</c:v>
                </c:pt>
                <c:pt idx="6">
                  <c:v>357</c:v>
                </c:pt>
              </c:numCache>
            </c:numRef>
          </c:val>
          <c:extLst>
            <c:ext xmlns:c16="http://schemas.microsoft.com/office/drawing/2014/chart" uri="{C3380CC4-5D6E-409C-BE32-E72D297353CC}">
              <c16:uniqueId val="{00000000-CB43-4406-A31B-790C00372749}"/>
            </c:ext>
          </c:extLst>
        </c:ser>
        <c:ser>
          <c:idx val="1"/>
          <c:order val="1"/>
          <c:tx>
            <c:strRef>
              <c:f>Foglio1!$C$1</c:f>
              <c:strCache>
                <c:ptCount val="1"/>
                <c:pt idx="0">
                  <c:v>Non frequentanti</c:v>
                </c:pt>
              </c:strCache>
            </c:strRef>
          </c:tx>
          <c:spPr>
            <a:solidFill>
              <a:schemeClr val="accent1">
                <a:lumMod val="20000"/>
                <a:lumOff val="80000"/>
              </a:schemeClr>
            </a:solidFill>
            <a:ln>
              <a:noFill/>
            </a:ln>
            <a:effectLst/>
          </c:spPr>
          <c:invertIfNegative val="0"/>
          <c:cat>
            <c:strRef>
              <c:f>Foglio1!$A$2:$A$8</c:f>
              <c:strCache>
                <c:ptCount val="7"/>
                <c:pt idx="0">
                  <c:v>Asilo nido</c:v>
                </c:pt>
                <c:pt idx="1">
                  <c:v>Scuola materna</c:v>
                </c:pt>
                <c:pt idx="2">
                  <c:v>Elementari</c:v>
                </c:pt>
                <c:pt idx="3">
                  <c:v>Medie</c:v>
                </c:pt>
                <c:pt idx="4">
                  <c:v>Superiori</c:v>
                </c:pt>
                <c:pt idx="5">
                  <c:v>Vocazione</c:v>
                </c:pt>
                <c:pt idx="6">
                  <c:v>Bisogni speciali</c:v>
                </c:pt>
              </c:strCache>
            </c:strRef>
          </c:cat>
          <c:val>
            <c:numRef>
              <c:f>Foglio1!$C$2:$C$8</c:f>
              <c:numCache>
                <c:formatCode>General</c:formatCode>
                <c:ptCount val="7"/>
                <c:pt idx="0">
                  <c:v>3637</c:v>
                </c:pt>
                <c:pt idx="1">
                  <c:v>3027</c:v>
                </c:pt>
                <c:pt idx="2">
                  <c:v>3618</c:v>
                </c:pt>
                <c:pt idx="3">
                  <c:v>5464</c:v>
                </c:pt>
                <c:pt idx="4">
                  <c:v>5938</c:v>
                </c:pt>
                <c:pt idx="5">
                  <c:v>5992</c:v>
                </c:pt>
                <c:pt idx="6">
                  <c:v>5659</c:v>
                </c:pt>
              </c:numCache>
            </c:numRef>
          </c:val>
          <c:extLst>
            <c:ext xmlns:c16="http://schemas.microsoft.com/office/drawing/2014/chart" uri="{C3380CC4-5D6E-409C-BE32-E72D297353CC}">
              <c16:uniqueId val="{00000001-CB43-4406-A31B-790C00372749}"/>
            </c:ext>
          </c:extLst>
        </c:ser>
        <c:dLbls>
          <c:showLegendKey val="0"/>
          <c:showVal val="0"/>
          <c:showCatName val="0"/>
          <c:showSerName val="0"/>
          <c:showPercent val="0"/>
          <c:showBubbleSize val="0"/>
        </c:dLbls>
        <c:gapWidth val="150"/>
        <c:overlap val="100"/>
        <c:axId val="1335141840"/>
        <c:axId val="1335118320"/>
      </c:barChart>
      <c:catAx>
        <c:axId val="13351418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crossAx val="1335118320"/>
        <c:crosses val="autoZero"/>
        <c:auto val="1"/>
        <c:lblAlgn val="ctr"/>
        <c:lblOffset val="100"/>
        <c:noMultiLvlLbl val="0"/>
      </c:catAx>
      <c:valAx>
        <c:axId val="133511832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it-IT" baseline="0" dirty="0"/>
                  <a:t>Numero famiglie</a:t>
                </a:r>
                <a:endParaRPr lang="it-IT" dirty="0"/>
              </a:p>
            </c:rich>
          </c:tx>
          <c:layout>
            <c:manualLayout>
              <c:xMode val="edge"/>
              <c:yMode val="edge"/>
              <c:x val="2.3520761702273459E-3"/>
              <c:y val="0.13174802799432259"/>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it-IT"/>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crossAx val="13351418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it-IT"/>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a:extLst>
            <a:ext uri="{FF2B5EF4-FFF2-40B4-BE49-F238E27FC236}">
              <a16:creationId xmlns:a16="http://schemas.microsoft.com/office/drawing/2014/main" id="{4C1D82CD-06CF-7316-F4B7-DA33DA2A65F1}"/>
            </a:ext>
          </a:extLst>
        </p:cNvPr>
        <p:cNvGrpSpPr/>
        <p:nvPr/>
      </p:nvGrpSpPr>
      <p:grpSpPr>
        <a:xfrm>
          <a:off x="0" y="0"/>
          <a:ext cx="0" cy="0"/>
          <a:chOff x="0" y="0"/>
          <a:chExt cx="0" cy="0"/>
        </a:xfrm>
      </p:grpSpPr>
      <p:sp>
        <p:nvSpPr>
          <p:cNvPr id="341" name="Google Shape;341;g4dfce81f19_0_45:notes">
            <a:extLst>
              <a:ext uri="{FF2B5EF4-FFF2-40B4-BE49-F238E27FC236}">
                <a16:creationId xmlns:a16="http://schemas.microsoft.com/office/drawing/2014/main" id="{B16AAB15-AFC4-CDF1-7C06-19A64E8F86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4dfce81f19_0_45:notes">
            <a:extLst>
              <a:ext uri="{FF2B5EF4-FFF2-40B4-BE49-F238E27FC236}">
                <a16:creationId xmlns:a16="http://schemas.microsoft.com/office/drawing/2014/main" id="{30702467-A1C9-D405-3E71-3FCBF8E38E4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639528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a:extLst>
            <a:ext uri="{FF2B5EF4-FFF2-40B4-BE49-F238E27FC236}">
              <a16:creationId xmlns:a16="http://schemas.microsoft.com/office/drawing/2014/main" id="{9D5AD9B9-3279-51D2-68BA-A2D02DF3479F}"/>
            </a:ext>
          </a:extLst>
        </p:cNvPr>
        <p:cNvGrpSpPr/>
        <p:nvPr/>
      </p:nvGrpSpPr>
      <p:grpSpPr>
        <a:xfrm>
          <a:off x="0" y="0"/>
          <a:ext cx="0" cy="0"/>
          <a:chOff x="0" y="0"/>
          <a:chExt cx="0" cy="0"/>
        </a:xfrm>
      </p:grpSpPr>
      <p:sp>
        <p:nvSpPr>
          <p:cNvPr id="378" name="Google Shape;378;gd431007ba2_0_215:notes">
            <a:extLst>
              <a:ext uri="{FF2B5EF4-FFF2-40B4-BE49-F238E27FC236}">
                <a16:creationId xmlns:a16="http://schemas.microsoft.com/office/drawing/2014/main" id="{39F03737-A11F-D3BB-BA9C-5C66B70FDE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9" name="Google Shape;379;gd431007ba2_0_215:notes">
            <a:extLst>
              <a:ext uri="{FF2B5EF4-FFF2-40B4-BE49-F238E27FC236}">
                <a16:creationId xmlns:a16="http://schemas.microsoft.com/office/drawing/2014/main" id="{BB6E6036-9A16-4472-69E8-9CF9D107A6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31909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a:extLst>
            <a:ext uri="{FF2B5EF4-FFF2-40B4-BE49-F238E27FC236}">
              <a16:creationId xmlns:a16="http://schemas.microsoft.com/office/drawing/2014/main" id="{E9811AB6-117E-BC58-3983-AFF6C7FD64C3}"/>
            </a:ext>
          </a:extLst>
        </p:cNvPr>
        <p:cNvGrpSpPr/>
        <p:nvPr/>
      </p:nvGrpSpPr>
      <p:grpSpPr>
        <a:xfrm>
          <a:off x="0" y="0"/>
          <a:ext cx="0" cy="0"/>
          <a:chOff x="0" y="0"/>
          <a:chExt cx="0" cy="0"/>
        </a:xfrm>
      </p:grpSpPr>
      <p:sp>
        <p:nvSpPr>
          <p:cNvPr id="452" name="Google Shape;452;g14072739ea5_12_0:notes">
            <a:extLst>
              <a:ext uri="{FF2B5EF4-FFF2-40B4-BE49-F238E27FC236}">
                <a16:creationId xmlns:a16="http://schemas.microsoft.com/office/drawing/2014/main" id="{DEAE1687-89A6-A634-AFAD-216294B901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14072739ea5_12_0:notes">
            <a:extLst>
              <a:ext uri="{FF2B5EF4-FFF2-40B4-BE49-F238E27FC236}">
                <a16:creationId xmlns:a16="http://schemas.microsoft.com/office/drawing/2014/main" id="{99C99F5B-27F4-C6CE-02A3-DF664E522C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276569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a:extLst>
            <a:ext uri="{FF2B5EF4-FFF2-40B4-BE49-F238E27FC236}">
              <a16:creationId xmlns:a16="http://schemas.microsoft.com/office/drawing/2014/main" id="{46364517-57DE-51F1-8C75-D1BF6A6B61DB}"/>
            </a:ext>
          </a:extLst>
        </p:cNvPr>
        <p:cNvGrpSpPr/>
        <p:nvPr/>
      </p:nvGrpSpPr>
      <p:grpSpPr>
        <a:xfrm>
          <a:off x="0" y="0"/>
          <a:ext cx="0" cy="0"/>
          <a:chOff x="0" y="0"/>
          <a:chExt cx="0" cy="0"/>
        </a:xfrm>
      </p:grpSpPr>
      <p:sp>
        <p:nvSpPr>
          <p:cNvPr id="426" name="Google Shape;426;g54dda1946d_6_308:notes">
            <a:extLst>
              <a:ext uri="{FF2B5EF4-FFF2-40B4-BE49-F238E27FC236}">
                <a16:creationId xmlns:a16="http://schemas.microsoft.com/office/drawing/2014/main" id="{82F4A092-A9F0-F597-E36F-2A5A4B7A3A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7" name="Google Shape;427;g54dda1946d_6_308:notes">
            <a:extLst>
              <a:ext uri="{FF2B5EF4-FFF2-40B4-BE49-F238E27FC236}">
                <a16:creationId xmlns:a16="http://schemas.microsoft.com/office/drawing/2014/main" id="{C87C3D1A-6684-0274-792D-4AF80FDEF7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5853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a:extLst>
            <a:ext uri="{FF2B5EF4-FFF2-40B4-BE49-F238E27FC236}">
              <a16:creationId xmlns:a16="http://schemas.microsoft.com/office/drawing/2014/main" id="{EB0D8AD1-9032-A81B-C589-EB5BC4099C16}"/>
            </a:ext>
          </a:extLst>
        </p:cNvPr>
        <p:cNvGrpSpPr/>
        <p:nvPr/>
      </p:nvGrpSpPr>
      <p:grpSpPr>
        <a:xfrm>
          <a:off x="0" y="0"/>
          <a:ext cx="0" cy="0"/>
          <a:chOff x="0" y="0"/>
          <a:chExt cx="0" cy="0"/>
        </a:xfrm>
      </p:grpSpPr>
      <p:sp>
        <p:nvSpPr>
          <p:cNvPr id="459" name="Google Shape;459;g54dda1946d_6_322:notes">
            <a:extLst>
              <a:ext uri="{FF2B5EF4-FFF2-40B4-BE49-F238E27FC236}">
                <a16:creationId xmlns:a16="http://schemas.microsoft.com/office/drawing/2014/main" id="{2DF57809-DD62-5A80-BD87-22B8BD956D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54dda1946d_6_322:notes">
            <a:extLst>
              <a:ext uri="{FF2B5EF4-FFF2-40B4-BE49-F238E27FC236}">
                <a16:creationId xmlns:a16="http://schemas.microsoft.com/office/drawing/2014/main" id="{7AD5BBF3-6BCA-7C15-ABB9-E7E53435C9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610887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a:extLst>
            <a:ext uri="{FF2B5EF4-FFF2-40B4-BE49-F238E27FC236}">
              <a16:creationId xmlns:a16="http://schemas.microsoft.com/office/drawing/2014/main" id="{2D662FBB-B27B-66A9-0D02-397CD7035287}"/>
            </a:ext>
          </a:extLst>
        </p:cNvPr>
        <p:cNvGrpSpPr/>
        <p:nvPr/>
      </p:nvGrpSpPr>
      <p:grpSpPr>
        <a:xfrm>
          <a:off x="0" y="0"/>
          <a:ext cx="0" cy="0"/>
          <a:chOff x="0" y="0"/>
          <a:chExt cx="0" cy="0"/>
        </a:xfrm>
      </p:grpSpPr>
      <p:sp>
        <p:nvSpPr>
          <p:cNvPr id="459" name="Google Shape;459;g54dda1946d_6_322:notes">
            <a:extLst>
              <a:ext uri="{FF2B5EF4-FFF2-40B4-BE49-F238E27FC236}">
                <a16:creationId xmlns:a16="http://schemas.microsoft.com/office/drawing/2014/main" id="{E6B5F464-2BF2-6B68-0ABE-593D400902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54dda1946d_6_322:notes">
            <a:extLst>
              <a:ext uri="{FF2B5EF4-FFF2-40B4-BE49-F238E27FC236}">
                <a16:creationId xmlns:a16="http://schemas.microsoft.com/office/drawing/2014/main" id="{5D70524A-0993-BA92-B21A-C3619319AE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IT" dirty="0"/>
              <a:t>L’obbiettivo seguito durante tutte le operazioni di pulizia è: Preservare un sufficiente numero di istanze che riportino valori quanto più veri.</a:t>
            </a:r>
            <a:endParaRPr dirty="0"/>
          </a:p>
        </p:txBody>
      </p:sp>
    </p:spTree>
    <p:extLst>
      <p:ext uri="{BB962C8B-B14F-4D97-AF65-F5344CB8AC3E}">
        <p14:creationId xmlns:p14="http://schemas.microsoft.com/office/powerpoint/2010/main" val="40623453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a:extLst>
            <a:ext uri="{FF2B5EF4-FFF2-40B4-BE49-F238E27FC236}">
              <a16:creationId xmlns:a16="http://schemas.microsoft.com/office/drawing/2014/main" id="{DF3282BC-10DF-935D-AAAA-1D318A87227A}"/>
            </a:ext>
          </a:extLst>
        </p:cNvPr>
        <p:cNvGrpSpPr/>
        <p:nvPr/>
      </p:nvGrpSpPr>
      <p:grpSpPr>
        <a:xfrm>
          <a:off x="0" y="0"/>
          <a:ext cx="0" cy="0"/>
          <a:chOff x="0" y="0"/>
          <a:chExt cx="0" cy="0"/>
        </a:xfrm>
      </p:grpSpPr>
      <p:sp>
        <p:nvSpPr>
          <p:cNvPr id="459" name="Google Shape;459;g54dda1946d_6_322:notes">
            <a:extLst>
              <a:ext uri="{FF2B5EF4-FFF2-40B4-BE49-F238E27FC236}">
                <a16:creationId xmlns:a16="http://schemas.microsoft.com/office/drawing/2014/main" id="{DFCB4579-927A-E5DD-0870-033FF57336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54dda1946d_6_322:notes">
            <a:extLst>
              <a:ext uri="{FF2B5EF4-FFF2-40B4-BE49-F238E27FC236}">
                <a16:creationId xmlns:a16="http://schemas.microsoft.com/office/drawing/2014/main" id="{DDE38406-E062-E740-0C35-49424AA8863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42921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a:extLst>
            <a:ext uri="{FF2B5EF4-FFF2-40B4-BE49-F238E27FC236}">
              <a16:creationId xmlns:a16="http://schemas.microsoft.com/office/drawing/2014/main" id="{07628EBF-EC6A-965E-82D9-D17957B91288}"/>
            </a:ext>
          </a:extLst>
        </p:cNvPr>
        <p:cNvGrpSpPr/>
        <p:nvPr/>
      </p:nvGrpSpPr>
      <p:grpSpPr>
        <a:xfrm>
          <a:off x="0" y="0"/>
          <a:ext cx="0" cy="0"/>
          <a:chOff x="0" y="0"/>
          <a:chExt cx="0" cy="0"/>
        </a:xfrm>
      </p:grpSpPr>
      <p:sp>
        <p:nvSpPr>
          <p:cNvPr id="459" name="Google Shape;459;g54dda1946d_6_322:notes">
            <a:extLst>
              <a:ext uri="{FF2B5EF4-FFF2-40B4-BE49-F238E27FC236}">
                <a16:creationId xmlns:a16="http://schemas.microsoft.com/office/drawing/2014/main" id="{79578790-AF46-FFB8-56F8-C57CA63241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54dda1946d_6_322:notes">
            <a:extLst>
              <a:ext uri="{FF2B5EF4-FFF2-40B4-BE49-F238E27FC236}">
                <a16:creationId xmlns:a16="http://schemas.microsoft.com/office/drawing/2014/main" id="{94F2BE98-05A0-3379-E50E-D7F46EE04A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501666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a:extLst>
            <a:ext uri="{FF2B5EF4-FFF2-40B4-BE49-F238E27FC236}">
              <a16:creationId xmlns:a16="http://schemas.microsoft.com/office/drawing/2014/main" id="{592A042D-2761-6D1A-86BA-066E1C03CC99}"/>
            </a:ext>
          </a:extLst>
        </p:cNvPr>
        <p:cNvGrpSpPr/>
        <p:nvPr/>
      </p:nvGrpSpPr>
      <p:grpSpPr>
        <a:xfrm>
          <a:off x="0" y="0"/>
          <a:ext cx="0" cy="0"/>
          <a:chOff x="0" y="0"/>
          <a:chExt cx="0" cy="0"/>
        </a:xfrm>
      </p:grpSpPr>
      <p:sp>
        <p:nvSpPr>
          <p:cNvPr id="459" name="Google Shape;459;g54dda1946d_6_322:notes">
            <a:extLst>
              <a:ext uri="{FF2B5EF4-FFF2-40B4-BE49-F238E27FC236}">
                <a16:creationId xmlns:a16="http://schemas.microsoft.com/office/drawing/2014/main" id="{390741BE-2004-7FE5-3914-4D08300CE3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54dda1946d_6_322:notes">
            <a:extLst>
              <a:ext uri="{FF2B5EF4-FFF2-40B4-BE49-F238E27FC236}">
                <a16:creationId xmlns:a16="http://schemas.microsoft.com/office/drawing/2014/main" id="{7AB5820F-9172-EF8C-4F96-4F1F5E97036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971284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a:extLst>
            <a:ext uri="{FF2B5EF4-FFF2-40B4-BE49-F238E27FC236}">
              <a16:creationId xmlns:a16="http://schemas.microsoft.com/office/drawing/2014/main" id="{9155E3F4-FFC0-4E72-D019-1B72FD0F8ABA}"/>
            </a:ext>
          </a:extLst>
        </p:cNvPr>
        <p:cNvGrpSpPr/>
        <p:nvPr/>
      </p:nvGrpSpPr>
      <p:grpSpPr>
        <a:xfrm>
          <a:off x="0" y="0"/>
          <a:ext cx="0" cy="0"/>
          <a:chOff x="0" y="0"/>
          <a:chExt cx="0" cy="0"/>
        </a:xfrm>
      </p:grpSpPr>
      <p:sp>
        <p:nvSpPr>
          <p:cNvPr id="459" name="Google Shape;459;g54dda1946d_6_322:notes">
            <a:extLst>
              <a:ext uri="{FF2B5EF4-FFF2-40B4-BE49-F238E27FC236}">
                <a16:creationId xmlns:a16="http://schemas.microsoft.com/office/drawing/2014/main" id="{93450045-EA64-0E71-75E8-6483D685B8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54dda1946d_6_322:notes">
            <a:extLst>
              <a:ext uri="{FF2B5EF4-FFF2-40B4-BE49-F238E27FC236}">
                <a16:creationId xmlns:a16="http://schemas.microsoft.com/office/drawing/2014/main" id="{587582F1-D602-F04C-FA5F-C9C8780077E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761401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a:extLst>
            <a:ext uri="{FF2B5EF4-FFF2-40B4-BE49-F238E27FC236}">
              <a16:creationId xmlns:a16="http://schemas.microsoft.com/office/drawing/2014/main" id="{C509C0D7-3EED-69C4-489D-96242DB107FB}"/>
            </a:ext>
          </a:extLst>
        </p:cNvPr>
        <p:cNvGrpSpPr/>
        <p:nvPr/>
      </p:nvGrpSpPr>
      <p:grpSpPr>
        <a:xfrm>
          <a:off x="0" y="0"/>
          <a:ext cx="0" cy="0"/>
          <a:chOff x="0" y="0"/>
          <a:chExt cx="0" cy="0"/>
        </a:xfrm>
      </p:grpSpPr>
      <p:sp>
        <p:nvSpPr>
          <p:cNvPr id="459" name="Google Shape;459;g54dda1946d_6_322:notes">
            <a:extLst>
              <a:ext uri="{FF2B5EF4-FFF2-40B4-BE49-F238E27FC236}">
                <a16:creationId xmlns:a16="http://schemas.microsoft.com/office/drawing/2014/main" id="{18F71554-D933-9C7B-150E-2C88867885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54dda1946d_6_322:notes">
            <a:extLst>
              <a:ext uri="{FF2B5EF4-FFF2-40B4-BE49-F238E27FC236}">
                <a16:creationId xmlns:a16="http://schemas.microsoft.com/office/drawing/2014/main" id="{0B475445-8369-6860-AD07-F5B1BC24F8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952150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a:extLst>
            <a:ext uri="{FF2B5EF4-FFF2-40B4-BE49-F238E27FC236}">
              <a16:creationId xmlns:a16="http://schemas.microsoft.com/office/drawing/2014/main" id="{ED42AF48-2789-7208-7678-F38D0ED4BCDD}"/>
            </a:ext>
          </a:extLst>
        </p:cNvPr>
        <p:cNvGrpSpPr/>
        <p:nvPr/>
      </p:nvGrpSpPr>
      <p:grpSpPr>
        <a:xfrm>
          <a:off x="0" y="0"/>
          <a:ext cx="0" cy="0"/>
          <a:chOff x="0" y="0"/>
          <a:chExt cx="0" cy="0"/>
        </a:xfrm>
      </p:grpSpPr>
      <p:sp>
        <p:nvSpPr>
          <p:cNvPr id="500" name="Google Shape;500;g54dda1946d_6_344:notes">
            <a:extLst>
              <a:ext uri="{FF2B5EF4-FFF2-40B4-BE49-F238E27FC236}">
                <a16:creationId xmlns:a16="http://schemas.microsoft.com/office/drawing/2014/main" id="{2F24B9FA-0425-0922-A46E-DA9705EE7A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54dda1946d_6_344:notes">
            <a:extLst>
              <a:ext uri="{FF2B5EF4-FFF2-40B4-BE49-F238E27FC236}">
                <a16:creationId xmlns:a16="http://schemas.microsoft.com/office/drawing/2014/main" id="{4A6901EB-DD4B-AD33-3F4A-E67900497F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50335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a:extLst>
            <a:ext uri="{FF2B5EF4-FFF2-40B4-BE49-F238E27FC236}">
              <a16:creationId xmlns:a16="http://schemas.microsoft.com/office/drawing/2014/main" id="{A00C01A9-286C-89C9-0A2A-860311343A3F}"/>
            </a:ext>
          </a:extLst>
        </p:cNvPr>
        <p:cNvGrpSpPr/>
        <p:nvPr/>
      </p:nvGrpSpPr>
      <p:grpSpPr>
        <a:xfrm>
          <a:off x="0" y="0"/>
          <a:ext cx="0" cy="0"/>
          <a:chOff x="0" y="0"/>
          <a:chExt cx="0" cy="0"/>
        </a:xfrm>
      </p:grpSpPr>
      <p:sp>
        <p:nvSpPr>
          <p:cNvPr id="459" name="Google Shape;459;g54dda1946d_6_322:notes">
            <a:extLst>
              <a:ext uri="{FF2B5EF4-FFF2-40B4-BE49-F238E27FC236}">
                <a16:creationId xmlns:a16="http://schemas.microsoft.com/office/drawing/2014/main" id="{E32C1669-A0A0-E3B7-342D-C6B2D1AB7F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54dda1946d_6_322:notes">
            <a:extLst>
              <a:ext uri="{FF2B5EF4-FFF2-40B4-BE49-F238E27FC236}">
                <a16:creationId xmlns:a16="http://schemas.microsoft.com/office/drawing/2014/main" id="{EB7D0C65-4961-8355-15EE-7D47A392CE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262813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a:extLst>
            <a:ext uri="{FF2B5EF4-FFF2-40B4-BE49-F238E27FC236}">
              <a16:creationId xmlns:a16="http://schemas.microsoft.com/office/drawing/2014/main" id="{8F32A0DB-F6D0-7E42-1540-249E01FA758B}"/>
            </a:ext>
          </a:extLst>
        </p:cNvPr>
        <p:cNvGrpSpPr/>
        <p:nvPr/>
      </p:nvGrpSpPr>
      <p:grpSpPr>
        <a:xfrm>
          <a:off x="0" y="0"/>
          <a:ext cx="0" cy="0"/>
          <a:chOff x="0" y="0"/>
          <a:chExt cx="0" cy="0"/>
        </a:xfrm>
      </p:grpSpPr>
      <p:sp>
        <p:nvSpPr>
          <p:cNvPr id="693" name="Google Shape;693;g54dda1946d_4_2730:notes">
            <a:extLst>
              <a:ext uri="{FF2B5EF4-FFF2-40B4-BE49-F238E27FC236}">
                <a16:creationId xmlns:a16="http://schemas.microsoft.com/office/drawing/2014/main" id="{65344A03-4EF4-6CDB-F568-6E375480BC5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4" name="Google Shape;694;g54dda1946d_4_2730:notes">
            <a:extLst>
              <a:ext uri="{FF2B5EF4-FFF2-40B4-BE49-F238E27FC236}">
                <a16:creationId xmlns:a16="http://schemas.microsoft.com/office/drawing/2014/main" id="{CBEF6D28-CD94-56C5-EBC0-B310DB38D9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991843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a:extLst>
            <a:ext uri="{FF2B5EF4-FFF2-40B4-BE49-F238E27FC236}">
              <a16:creationId xmlns:a16="http://schemas.microsoft.com/office/drawing/2014/main" id="{ECC44838-ECD6-BFC3-F76E-BF62B7A34628}"/>
            </a:ext>
          </a:extLst>
        </p:cNvPr>
        <p:cNvGrpSpPr/>
        <p:nvPr/>
      </p:nvGrpSpPr>
      <p:grpSpPr>
        <a:xfrm>
          <a:off x="0" y="0"/>
          <a:ext cx="0" cy="0"/>
          <a:chOff x="0" y="0"/>
          <a:chExt cx="0" cy="0"/>
        </a:xfrm>
      </p:grpSpPr>
      <p:sp>
        <p:nvSpPr>
          <p:cNvPr id="871" name="Google Shape;871;g54dda1946d_4_2679:notes">
            <a:extLst>
              <a:ext uri="{FF2B5EF4-FFF2-40B4-BE49-F238E27FC236}">
                <a16:creationId xmlns:a16="http://schemas.microsoft.com/office/drawing/2014/main" id="{E0361BCF-200C-BCAF-071E-8C11BC70DA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2" name="Google Shape;872;g54dda1946d_4_2679:notes">
            <a:extLst>
              <a:ext uri="{FF2B5EF4-FFF2-40B4-BE49-F238E27FC236}">
                <a16:creationId xmlns:a16="http://schemas.microsoft.com/office/drawing/2014/main" id="{2578BB63-1D77-9EAE-B73D-1032F1508D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734979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a:extLst>
            <a:ext uri="{FF2B5EF4-FFF2-40B4-BE49-F238E27FC236}">
              <a16:creationId xmlns:a16="http://schemas.microsoft.com/office/drawing/2014/main" id="{90011E00-AF59-3893-167E-E32042125F2D}"/>
            </a:ext>
          </a:extLst>
        </p:cNvPr>
        <p:cNvGrpSpPr/>
        <p:nvPr/>
      </p:nvGrpSpPr>
      <p:grpSpPr>
        <a:xfrm>
          <a:off x="0" y="0"/>
          <a:ext cx="0" cy="0"/>
          <a:chOff x="0" y="0"/>
          <a:chExt cx="0" cy="0"/>
        </a:xfrm>
      </p:grpSpPr>
      <p:sp>
        <p:nvSpPr>
          <p:cNvPr id="871" name="Google Shape;871;g54dda1946d_4_2679:notes">
            <a:extLst>
              <a:ext uri="{FF2B5EF4-FFF2-40B4-BE49-F238E27FC236}">
                <a16:creationId xmlns:a16="http://schemas.microsoft.com/office/drawing/2014/main" id="{50E01C46-1E1C-B0F8-90EB-359539BB48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2" name="Google Shape;872;g54dda1946d_4_2679:notes">
            <a:extLst>
              <a:ext uri="{FF2B5EF4-FFF2-40B4-BE49-F238E27FC236}">
                <a16:creationId xmlns:a16="http://schemas.microsoft.com/office/drawing/2014/main" id="{6A72DDF5-D801-A469-6159-E60B6D25B65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18976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a:extLst>
            <a:ext uri="{FF2B5EF4-FFF2-40B4-BE49-F238E27FC236}">
              <a16:creationId xmlns:a16="http://schemas.microsoft.com/office/drawing/2014/main" id="{DD845779-FF78-7131-7DA6-CBE385A23DA6}"/>
            </a:ext>
          </a:extLst>
        </p:cNvPr>
        <p:cNvGrpSpPr/>
        <p:nvPr/>
      </p:nvGrpSpPr>
      <p:grpSpPr>
        <a:xfrm>
          <a:off x="0" y="0"/>
          <a:ext cx="0" cy="0"/>
          <a:chOff x="0" y="0"/>
          <a:chExt cx="0" cy="0"/>
        </a:xfrm>
      </p:grpSpPr>
      <p:sp>
        <p:nvSpPr>
          <p:cNvPr id="426" name="Google Shape;426;g54dda1946d_6_308:notes">
            <a:extLst>
              <a:ext uri="{FF2B5EF4-FFF2-40B4-BE49-F238E27FC236}">
                <a16:creationId xmlns:a16="http://schemas.microsoft.com/office/drawing/2014/main" id="{E24ADA93-6411-3BBA-A4C4-3A715655E1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7" name="Google Shape;427;g54dda1946d_6_308:notes">
            <a:extLst>
              <a:ext uri="{FF2B5EF4-FFF2-40B4-BE49-F238E27FC236}">
                <a16:creationId xmlns:a16="http://schemas.microsoft.com/office/drawing/2014/main" id="{AA519E0D-48D7-A088-5C3F-D3ABCF90C0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065157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a:extLst>
            <a:ext uri="{FF2B5EF4-FFF2-40B4-BE49-F238E27FC236}">
              <a16:creationId xmlns:a16="http://schemas.microsoft.com/office/drawing/2014/main" id="{A1EE2F0B-6D19-64DF-C2FB-D54FB02F8218}"/>
            </a:ext>
          </a:extLst>
        </p:cNvPr>
        <p:cNvGrpSpPr/>
        <p:nvPr/>
      </p:nvGrpSpPr>
      <p:grpSpPr>
        <a:xfrm>
          <a:off x="0" y="0"/>
          <a:ext cx="0" cy="0"/>
          <a:chOff x="0" y="0"/>
          <a:chExt cx="0" cy="0"/>
        </a:xfrm>
      </p:grpSpPr>
      <p:sp>
        <p:nvSpPr>
          <p:cNvPr id="871" name="Google Shape;871;g54dda1946d_4_2679:notes">
            <a:extLst>
              <a:ext uri="{FF2B5EF4-FFF2-40B4-BE49-F238E27FC236}">
                <a16:creationId xmlns:a16="http://schemas.microsoft.com/office/drawing/2014/main" id="{0FED4739-89E2-2B94-52DA-CA7ED84DF4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2" name="Google Shape;872;g54dda1946d_4_2679:notes">
            <a:extLst>
              <a:ext uri="{FF2B5EF4-FFF2-40B4-BE49-F238E27FC236}">
                <a16:creationId xmlns:a16="http://schemas.microsoft.com/office/drawing/2014/main" id="{D919F75B-B257-E9D0-9DDA-9A880D6423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938742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a:extLst>
            <a:ext uri="{FF2B5EF4-FFF2-40B4-BE49-F238E27FC236}">
              <a16:creationId xmlns:a16="http://schemas.microsoft.com/office/drawing/2014/main" id="{3478C2E3-9681-DFF0-4514-E88083D8EBB3}"/>
            </a:ext>
          </a:extLst>
        </p:cNvPr>
        <p:cNvGrpSpPr/>
        <p:nvPr/>
      </p:nvGrpSpPr>
      <p:grpSpPr>
        <a:xfrm>
          <a:off x="0" y="0"/>
          <a:ext cx="0" cy="0"/>
          <a:chOff x="0" y="0"/>
          <a:chExt cx="0" cy="0"/>
        </a:xfrm>
      </p:grpSpPr>
      <p:sp>
        <p:nvSpPr>
          <p:cNvPr id="459" name="Google Shape;459;g54dda1946d_6_322:notes">
            <a:extLst>
              <a:ext uri="{FF2B5EF4-FFF2-40B4-BE49-F238E27FC236}">
                <a16:creationId xmlns:a16="http://schemas.microsoft.com/office/drawing/2014/main" id="{C748021E-A34D-E8E3-6A7F-3E1A9649EC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54dda1946d_6_322:notes">
            <a:extLst>
              <a:ext uri="{FF2B5EF4-FFF2-40B4-BE49-F238E27FC236}">
                <a16:creationId xmlns:a16="http://schemas.microsoft.com/office/drawing/2014/main" id="{00123151-4D4D-9B79-EF03-2D7D5A12A7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747607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a:extLst>
            <a:ext uri="{FF2B5EF4-FFF2-40B4-BE49-F238E27FC236}">
              <a16:creationId xmlns:a16="http://schemas.microsoft.com/office/drawing/2014/main" id="{9C5B937A-1CBF-E299-FECB-0A486DFE4F91}"/>
            </a:ext>
          </a:extLst>
        </p:cNvPr>
        <p:cNvGrpSpPr/>
        <p:nvPr/>
      </p:nvGrpSpPr>
      <p:grpSpPr>
        <a:xfrm>
          <a:off x="0" y="0"/>
          <a:ext cx="0" cy="0"/>
          <a:chOff x="0" y="0"/>
          <a:chExt cx="0" cy="0"/>
        </a:xfrm>
      </p:grpSpPr>
      <p:sp>
        <p:nvSpPr>
          <p:cNvPr id="871" name="Google Shape;871;g54dda1946d_4_2679:notes">
            <a:extLst>
              <a:ext uri="{FF2B5EF4-FFF2-40B4-BE49-F238E27FC236}">
                <a16:creationId xmlns:a16="http://schemas.microsoft.com/office/drawing/2014/main" id="{1EE26431-BF45-8F27-13F1-A6F9FD5117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2" name="Google Shape;872;g54dda1946d_4_2679:notes">
            <a:extLst>
              <a:ext uri="{FF2B5EF4-FFF2-40B4-BE49-F238E27FC236}">
                <a16:creationId xmlns:a16="http://schemas.microsoft.com/office/drawing/2014/main" id="{7CFE5CDB-BBFC-1AC2-76DF-CAAB1D09DF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84100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a:extLst>
            <a:ext uri="{FF2B5EF4-FFF2-40B4-BE49-F238E27FC236}">
              <a16:creationId xmlns:a16="http://schemas.microsoft.com/office/drawing/2014/main" id="{DC26470B-0E81-7687-560D-1044DB972E74}"/>
            </a:ext>
          </a:extLst>
        </p:cNvPr>
        <p:cNvGrpSpPr/>
        <p:nvPr/>
      </p:nvGrpSpPr>
      <p:grpSpPr>
        <a:xfrm>
          <a:off x="0" y="0"/>
          <a:ext cx="0" cy="0"/>
          <a:chOff x="0" y="0"/>
          <a:chExt cx="0" cy="0"/>
        </a:xfrm>
      </p:grpSpPr>
      <p:sp>
        <p:nvSpPr>
          <p:cNvPr id="871" name="Google Shape;871;g54dda1946d_4_2679:notes">
            <a:extLst>
              <a:ext uri="{FF2B5EF4-FFF2-40B4-BE49-F238E27FC236}">
                <a16:creationId xmlns:a16="http://schemas.microsoft.com/office/drawing/2014/main" id="{50910B29-279D-E688-6E50-237B421C6B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2" name="Google Shape;872;g54dda1946d_4_2679:notes">
            <a:extLst>
              <a:ext uri="{FF2B5EF4-FFF2-40B4-BE49-F238E27FC236}">
                <a16:creationId xmlns:a16="http://schemas.microsoft.com/office/drawing/2014/main" id="{E9B109C7-5B33-7069-7A5A-F104C3E692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665154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a:extLst>
            <a:ext uri="{FF2B5EF4-FFF2-40B4-BE49-F238E27FC236}">
              <a16:creationId xmlns:a16="http://schemas.microsoft.com/office/drawing/2014/main" id="{BEF6A6DC-9834-FED4-F149-60976FD248B9}"/>
            </a:ext>
          </a:extLst>
        </p:cNvPr>
        <p:cNvGrpSpPr/>
        <p:nvPr/>
      </p:nvGrpSpPr>
      <p:grpSpPr>
        <a:xfrm>
          <a:off x="0" y="0"/>
          <a:ext cx="0" cy="0"/>
          <a:chOff x="0" y="0"/>
          <a:chExt cx="0" cy="0"/>
        </a:xfrm>
      </p:grpSpPr>
      <p:sp>
        <p:nvSpPr>
          <p:cNvPr id="426" name="Google Shape;426;g54dda1946d_6_308:notes">
            <a:extLst>
              <a:ext uri="{FF2B5EF4-FFF2-40B4-BE49-F238E27FC236}">
                <a16:creationId xmlns:a16="http://schemas.microsoft.com/office/drawing/2014/main" id="{CA4B22C1-7B1B-7CAA-102D-3D8E7197B2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7" name="Google Shape;427;g54dda1946d_6_308:notes">
            <a:extLst>
              <a:ext uri="{FF2B5EF4-FFF2-40B4-BE49-F238E27FC236}">
                <a16:creationId xmlns:a16="http://schemas.microsoft.com/office/drawing/2014/main" id="{95476395-1D65-7650-995D-911FCDC73D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624113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a:extLst>
            <a:ext uri="{FF2B5EF4-FFF2-40B4-BE49-F238E27FC236}">
              <a16:creationId xmlns:a16="http://schemas.microsoft.com/office/drawing/2014/main" id="{359D4DF9-3C3D-4587-D21C-A3C3A4ED27B5}"/>
            </a:ext>
          </a:extLst>
        </p:cNvPr>
        <p:cNvGrpSpPr/>
        <p:nvPr/>
      </p:nvGrpSpPr>
      <p:grpSpPr>
        <a:xfrm>
          <a:off x="0" y="0"/>
          <a:ext cx="0" cy="0"/>
          <a:chOff x="0" y="0"/>
          <a:chExt cx="0" cy="0"/>
        </a:xfrm>
      </p:grpSpPr>
      <p:sp>
        <p:nvSpPr>
          <p:cNvPr id="459" name="Google Shape;459;g54dda1946d_6_322:notes">
            <a:extLst>
              <a:ext uri="{FF2B5EF4-FFF2-40B4-BE49-F238E27FC236}">
                <a16:creationId xmlns:a16="http://schemas.microsoft.com/office/drawing/2014/main" id="{50977379-0314-8C0C-982E-B9BB1BB13B5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54dda1946d_6_322:notes">
            <a:extLst>
              <a:ext uri="{FF2B5EF4-FFF2-40B4-BE49-F238E27FC236}">
                <a16:creationId xmlns:a16="http://schemas.microsoft.com/office/drawing/2014/main" id="{28089F83-E6F2-B67D-FAFF-2C096C5EBC2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587590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a:extLst>
            <a:ext uri="{FF2B5EF4-FFF2-40B4-BE49-F238E27FC236}">
              <a16:creationId xmlns:a16="http://schemas.microsoft.com/office/drawing/2014/main" id="{66603392-F3A9-DA0F-0CFF-CEB82639849B}"/>
            </a:ext>
          </a:extLst>
        </p:cNvPr>
        <p:cNvGrpSpPr/>
        <p:nvPr/>
      </p:nvGrpSpPr>
      <p:grpSpPr>
        <a:xfrm>
          <a:off x="0" y="0"/>
          <a:ext cx="0" cy="0"/>
          <a:chOff x="0" y="0"/>
          <a:chExt cx="0" cy="0"/>
        </a:xfrm>
      </p:grpSpPr>
      <p:sp>
        <p:nvSpPr>
          <p:cNvPr id="871" name="Google Shape;871;g54dda1946d_4_2679:notes">
            <a:extLst>
              <a:ext uri="{FF2B5EF4-FFF2-40B4-BE49-F238E27FC236}">
                <a16:creationId xmlns:a16="http://schemas.microsoft.com/office/drawing/2014/main" id="{104A5879-440B-8EC6-5684-20B91C0E13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2" name="Google Shape;872;g54dda1946d_4_2679:notes">
            <a:extLst>
              <a:ext uri="{FF2B5EF4-FFF2-40B4-BE49-F238E27FC236}">
                <a16:creationId xmlns:a16="http://schemas.microsoft.com/office/drawing/2014/main" id="{0275ACC5-E0E3-366D-7438-52DF72C88B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299120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a:extLst>
            <a:ext uri="{FF2B5EF4-FFF2-40B4-BE49-F238E27FC236}">
              <a16:creationId xmlns:a16="http://schemas.microsoft.com/office/drawing/2014/main" id="{3B640DA3-FCAA-4D5F-9757-DA68794C7A15}"/>
            </a:ext>
          </a:extLst>
        </p:cNvPr>
        <p:cNvGrpSpPr/>
        <p:nvPr/>
      </p:nvGrpSpPr>
      <p:grpSpPr>
        <a:xfrm>
          <a:off x="0" y="0"/>
          <a:ext cx="0" cy="0"/>
          <a:chOff x="0" y="0"/>
          <a:chExt cx="0" cy="0"/>
        </a:xfrm>
      </p:grpSpPr>
      <p:sp>
        <p:nvSpPr>
          <p:cNvPr id="871" name="Google Shape;871;g54dda1946d_4_2679:notes">
            <a:extLst>
              <a:ext uri="{FF2B5EF4-FFF2-40B4-BE49-F238E27FC236}">
                <a16:creationId xmlns:a16="http://schemas.microsoft.com/office/drawing/2014/main" id="{F779DEE4-260F-909D-53A7-8FF5EF1FA8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2" name="Google Shape;872;g54dda1946d_4_2679:notes">
            <a:extLst>
              <a:ext uri="{FF2B5EF4-FFF2-40B4-BE49-F238E27FC236}">
                <a16:creationId xmlns:a16="http://schemas.microsoft.com/office/drawing/2014/main" id="{3C137611-E139-E575-1847-2968F72432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048742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a:extLst>
            <a:ext uri="{FF2B5EF4-FFF2-40B4-BE49-F238E27FC236}">
              <a16:creationId xmlns:a16="http://schemas.microsoft.com/office/drawing/2014/main" id="{CAF3AB66-BD2B-882B-51A2-A6D0DAB5707B}"/>
            </a:ext>
          </a:extLst>
        </p:cNvPr>
        <p:cNvGrpSpPr/>
        <p:nvPr/>
      </p:nvGrpSpPr>
      <p:grpSpPr>
        <a:xfrm>
          <a:off x="0" y="0"/>
          <a:ext cx="0" cy="0"/>
          <a:chOff x="0" y="0"/>
          <a:chExt cx="0" cy="0"/>
        </a:xfrm>
      </p:grpSpPr>
      <p:sp>
        <p:nvSpPr>
          <p:cNvPr id="459" name="Google Shape;459;g54dda1946d_6_322:notes">
            <a:extLst>
              <a:ext uri="{FF2B5EF4-FFF2-40B4-BE49-F238E27FC236}">
                <a16:creationId xmlns:a16="http://schemas.microsoft.com/office/drawing/2014/main" id="{F2C3FB3B-AA30-96BB-0FB9-BFAC6BCCD2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54dda1946d_6_322:notes">
            <a:extLst>
              <a:ext uri="{FF2B5EF4-FFF2-40B4-BE49-F238E27FC236}">
                <a16:creationId xmlns:a16="http://schemas.microsoft.com/office/drawing/2014/main" id="{8C86B939-174B-5AEB-A903-F1E2A00978B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740879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a:extLst>
            <a:ext uri="{FF2B5EF4-FFF2-40B4-BE49-F238E27FC236}">
              <a16:creationId xmlns:a16="http://schemas.microsoft.com/office/drawing/2014/main" id="{1BECDCF3-5812-CA8A-18EC-5B243E969598}"/>
            </a:ext>
          </a:extLst>
        </p:cNvPr>
        <p:cNvGrpSpPr/>
        <p:nvPr/>
      </p:nvGrpSpPr>
      <p:grpSpPr>
        <a:xfrm>
          <a:off x="0" y="0"/>
          <a:ext cx="0" cy="0"/>
          <a:chOff x="0" y="0"/>
          <a:chExt cx="0" cy="0"/>
        </a:xfrm>
      </p:grpSpPr>
      <p:sp>
        <p:nvSpPr>
          <p:cNvPr id="871" name="Google Shape;871;g54dda1946d_4_2679:notes">
            <a:extLst>
              <a:ext uri="{FF2B5EF4-FFF2-40B4-BE49-F238E27FC236}">
                <a16:creationId xmlns:a16="http://schemas.microsoft.com/office/drawing/2014/main" id="{B94241AB-3101-A9AD-E358-3E32213BB6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2" name="Google Shape;872;g54dda1946d_4_2679:notes">
            <a:extLst>
              <a:ext uri="{FF2B5EF4-FFF2-40B4-BE49-F238E27FC236}">
                <a16:creationId xmlns:a16="http://schemas.microsoft.com/office/drawing/2014/main" id="{8395DFDF-344A-E5AD-CB66-E9E1A317A3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404242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a:extLst>
            <a:ext uri="{FF2B5EF4-FFF2-40B4-BE49-F238E27FC236}">
              <a16:creationId xmlns:a16="http://schemas.microsoft.com/office/drawing/2014/main" id="{B93124C1-90E2-8A4C-2089-42EF75DB45AF}"/>
            </a:ext>
          </a:extLst>
        </p:cNvPr>
        <p:cNvGrpSpPr/>
        <p:nvPr/>
      </p:nvGrpSpPr>
      <p:grpSpPr>
        <a:xfrm>
          <a:off x="0" y="0"/>
          <a:ext cx="0" cy="0"/>
          <a:chOff x="0" y="0"/>
          <a:chExt cx="0" cy="0"/>
        </a:xfrm>
      </p:grpSpPr>
      <p:sp>
        <p:nvSpPr>
          <p:cNvPr id="459" name="Google Shape;459;g54dda1946d_6_322:notes">
            <a:extLst>
              <a:ext uri="{FF2B5EF4-FFF2-40B4-BE49-F238E27FC236}">
                <a16:creationId xmlns:a16="http://schemas.microsoft.com/office/drawing/2014/main" id="{DC1C2293-F0A4-F35F-290E-28BCF9776B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54dda1946d_6_322:notes">
            <a:extLst>
              <a:ext uri="{FF2B5EF4-FFF2-40B4-BE49-F238E27FC236}">
                <a16:creationId xmlns:a16="http://schemas.microsoft.com/office/drawing/2014/main" id="{CC4240A9-3A34-354E-135A-20387D6EFA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165111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a:extLst>
            <a:ext uri="{FF2B5EF4-FFF2-40B4-BE49-F238E27FC236}">
              <a16:creationId xmlns:a16="http://schemas.microsoft.com/office/drawing/2014/main" id="{5C095FF9-5544-0AF4-044E-3876B9B19C75}"/>
            </a:ext>
          </a:extLst>
        </p:cNvPr>
        <p:cNvGrpSpPr/>
        <p:nvPr/>
      </p:nvGrpSpPr>
      <p:grpSpPr>
        <a:xfrm>
          <a:off x="0" y="0"/>
          <a:ext cx="0" cy="0"/>
          <a:chOff x="0" y="0"/>
          <a:chExt cx="0" cy="0"/>
        </a:xfrm>
      </p:grpSpPr>
      <p:sp>
        <p:nvSpPr>
          <p:cNvPr id="871" name="Google Shape;871;g54dda1946d_4_2679:notes">
            <a:extLst>
              <a:ext uri="{FF2B5EF4-FFF2-40B4-BE49-F238E27FC236}">
                <a16:creationId xmlns:a16="http://schemas.microsoft.com/office/drawing/2014/main" id="{6BF6F56A-049A-4777-4B1A-12D16FC942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2" name="Google Shape;872;g54dda1946d_4_2679:notes">
            <a:extLst>
              <a:ext uri="{FF2B5EF4-FFF2-40B4-BE49-F238E27FC236}">
                <a16:creationId xmlns:a16="http://schemas.microsoft.com/office/drawing/2014/main" id="{3BDC2DCE-2724-DADC-5D7C-DFE5264D35E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04537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a:extLst>
            <a:ext uri="{FF2B5EF4-FFF2-40B4-BE49-F238E27FC236}">
              <a16:creationId xmlns:a16="http://schemas.microsoft.com/office/drawing/2014/main" id="{5CBCB084-02A2-0C97-F11C-6C2F352E12A6}"/>
            </a:ext>
          </a:extLst>
        </p:cNvPr>
        <p:cNvGrpSpPr/>
        <p:nvPr/>
      </p:nvGrpSpPr>
      <p:grpSpPr>
        <a:xfrm>
          <a:off x="0" y="0"/>
          <a:ext cx="0" cy="0"/>
          <a:chOff x="0" y="0"/>
          <a:chExt cx="0" cy="0"/>
        </a:xfrm>
      </p:grpSpPr>
      <p:sp>
        <p:nvSpPr>
          <p:cNvPr id="661" name="Google Shape;661;g54dda1946d_6_358:notes">
            <a:extLst>
              <a:ext uri="{FF2B5EF4-FFF2-40B4-BE49-F238E27FC236}">
                <a16:creationId xmlns:a16="http://schemas.microsoft.com/office/drawing/2014/main" id="{7BCBBDE1-D986-6585-E5F3-5D7FFA8B45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2" name="Google Shape;662;g54dda1946d_6_358:notes">
            <a:extLst>
              <a:ext uri="{FF2B5EF4-FFF2-40B4-BE49-F238E27FC236}">
                <a16:creationId xmlns:a16="http://schemas.microsoft.com/office/drawing/2014/main" id="{586A1AA8-88A5-3F5F-4BCC-F196A38222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006299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a:extLst>
            <a:ext uri="{FF2B5EF4-FFF2-40B4-BE49-F238E27FC236}">
              <a16:creationId xmlns:a16="http://schemas.microsoft.com/office/drawing/2014/main" id="{7BBAC104-4EEC-BF29-AED4-EF2022CF8467}"/>
            </a:ext>
          </a:extLst>
        </p:cNvPr>
        <p:cNvGrpSpPr/>
        <p:nvPr/>
      </p:nvGrpSpPr>
      <p:grpSpPr>
        <a:xfrm>
          <a:off x="0" y="0"/>
          <a:ext cx="0" cy="0"/>
          <a:chOff x="0" y="0"/>
          <a:chExt cx="0" cy="0"/>
        </a:xfrm>
      </p:grpSpPr>
      <p:sp>
        <p:nvSpPr>
          <p:cNvPr id="459" name="Google Shape;459;g54dda1946d_6_322:notes">
            <a:extLst>
              <a:ext uri="{FF2B5EF4-FFF2-40B4-BE49-F238E27FC236}">
                <a16:creationId xmlns:a16="http://schemas.microsoft.com/office/drawing/2014/main" id="{F44841EE-3928-2977-9246-D4A7250BDB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54dda1946d_6_322:notes">
            <a:extLst>
              <a:ext uri="{FF2B5EF4-FFF2-40B4-BE49-F238E27FC236}">
                <a16:creationId xmlns:a16="http://schemas.microsoft.com/office/drawing/2014/main" id="{9B2FB290-94CA-C55F-D4D6-D5ED123FFC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175930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a:extLst>
            <a:ext uri="{FF2B5EF4-FFF2-40B4-BE49-F238E27FC236}">
              <a16:creationId xmlns:a16="http://schemas.microsoft.com/office/drawing/2014/main" id="{218054F5-384F-FAC4-AFB3-5DB2EC9852F0}"/>
            </a:ext>
          </a:extLst>
        </p:cNvPr>
        <p:cNvGrpSpPr/>
        <p:nvPr/>
      </p:nvGrpSpPr>
      <p:grpSpPr>
        <a:xfrm>
          <a:off x="0" y="0"/>
          <a:ext cx="0" cy="0"/>
          <a:chOff x="0" y="0"/>
          <a:chExt cx="0" cy="0"/>
        </a:xfrm>
      </p:grpSpPr>
      <p:sp>
        <p:nvSpPr>
          <p:cNvPr id="452" name="Google Shape;452;g14072739ea5_12_0:notes">
            <a:extLst>
              <a:ext uri="{FF2B5EF4-FFF2-40B4-BE49-F238E27FC236}">
                <a16:creationId xmlns:a16="http://schemas.microsoft.com/office/drawing/2014/main" id="{97099360-5FB0-EA1C-9A05-C6A9BC1FA3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14072739ea5_12_0:notes">
            <a:extLst>
              <a:ext uri="{FF2B5EF4-FFF2-40B4-BE49-F238E27FC236}">
                <a16:creationId xmlns:a16="http://schemas.microsoft.com/office/drawing/2014/main" id="{CAB34A6E-F5B2-87D3-A1BC-AEFF1DFE9A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249350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a:extLst>
            <a:ext uri="{FF2B5EF4-FFF2-40B4-BE49-F238E27FC236}">
              <a16:creationId xmlns:a16="http://schemas.microsoft.com/office/drawing/2014/main" id="{96D3432B-A97D-8C00-B067-B3AEE8A2D3CA}"/>
            </a:ext>
          </a:extLst>
        </p:cNvPr>
        <p:cNvGrpSpPr/>
        <p:nvPr/>
      </p:nvGrpSpPr>
      <p:grpSpPr>
        <a:xfrm>
          <a:off x="0" y="0"/>
          <a:ext cx="0" cy="0"/>
          <a:chOff x="0" y="0"/>
          <a:chExt cx="0" cy="0"/>
        </a:xfrm>
      </p:grpSpPr>
      <p:sp>
        <p:nvSpPr>
          <p:cNvPr id="459" name="Google Shape;459;g54dda1946d_6_322:notes">
            <a:extLst>
              <a:ext uri="{FF2B5EF4-FFF2-40B4-BE49-F238E27FC236}">
                <a16:creationId xmlns:a16="http://schemas.microsoft.com/office/drawing/2014/main" id="{9E86B610-D8E1-34EA-FD60-3A5F04A1FF5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54dda1946d_6_322:notes">
            <a:extLst>
              <a:ext uri="{FF2B5EF4-FFF2-40B4-BE49-F238E27FC236}">
                <a16:creationId xmlns:a16="http://schemas.microsoft.com/office/drawing/2014/main" id="{B02CB63C-1D9D-B018-1B33-1938A5F15F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26495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a:extLst>
            <a:ext uri="{FF2B5EF4-FFF2-40B4-BE49-F238E27FC236}">
              <a16:creationId xmlns:a16="http://schemas.microsoft.com/office/drawing/2014/main" id="{A89D9A2A-EEA0-F95D-40E3-C1927F2A7A37}"/>
            </a:ext>
          </a:extLst>
        </p:cNvPr>
        <p:cNvGrpSpPr/>
        <p:nvPr/>
      </p:nvGrpSpPr>
      <p:grpSpPr>
        <a:xfrm>
          <a:off x="0" y="0"/>
          <a:ext cx="0" cy="0"/>
          <a:chOff x="0" y="0"/>
          <a:chExt cx="0" cy="0"/>
        </a:xfrm>
      </p:grpSpPr>
      <p:sp>
        <p:nvSpPr>
          <p:cNvPr id="426" name="Google Shape;426;g54dda1946d_6_308:notes">
            <a:extLst>
              <a:ext uri="{FF2B5EF4-FFF2-40B4-BE49-F238E27FC236}">
                <a16:creationId xmlns:a16="http://schemas.microsoft.com/office/drawing/2014/main" id="{9849BAC4-FEF5-B3A4-F251-1350DA263E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7" name="Google Shape;427;g54dda1946d_6_308:notes">
            <a:extLst>
              <a:ext uri="{FF2B5EF4-FFF2-40B4-BE49-F238E27FC236}">
                <a16:creationId xmlns:a16="http://schemas.microsoft.com/office/drawing/2014/main" id="{C36C9679-77A9-1C16-2A10-149D0FCE84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573171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a:extLst>
            <a:ext uri="{FF2B5EF4-FFF2-40B4-BE49-F238E27FC236}">
              <a16:creationId xmlns:a16="http://schemas.microsoft.com/office/drawing/2014/main" id="{6A6622AA-B4AF-7F55-A090-F95D17700AA9}"/>
            </a:ext>
          </a:extLst>
        </p:cNvPr>
        <p:cNvGrpSpPr/>
        <p:nvPr/>
      </p:nvGrpSpPr>
      <p:grpSpPr>
        <a:xfrm>
          <a:off x="0" y="0"/>
          <a:ext cx="0" cy="0"/>
          <a:chOff x="0" y="0"/>
          <a:chExt cx="0" cy="0"/>
        </a:xfrm>
      </p:grpSpPr>
      <p:sp>
        <p:nvSpPr>
          <p:cNvPr id="500" name="Google Shape;500;g54dda1946d_6_344:notes">
            <a:extLst>
              <a:ext uri="{FF2B5EF4-FFF2-40B4-BE49-F238E27FC236}">
                <a16:creationId xmlns:a16="http://schemas.microsoft.com/office/drawing/2014/main" id="{5AEC3497-C32B-EFC1-8AD4-447BE02FB9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54dda1946d_6_344:notes">
            <a:extLst>
              <a:ext uri="{FF2B5EF4-FFF2-40B4-BE49-F238E27FC236}">
                <a16:creationId xmlns:a16="http://schemas.microsoft.com/office/drawing/2014/main" id="{23D02553-90B7-0B47-0BEE-F60A16E0D77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109195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a:extLst>
            <a:ext uri="{FF2B5EF4-FFF2-40B4-BE49-F238E27FC236}">
              <a16:creationId xmlns:a16="http://schemas.microsoft.com/office/drawing/2014/main" id="{53158EAB-D1E3-B8E0-594F-454DBE839C96}"/>
            </a:ext>
          </a:extLst>
        </p:cNvPr>
        <p:cNvGrpSpPr/>
        <p:nvPr/>
      </p:nvGrpSpPr>
      <p:grpSpPr>
        <a:xfrm>
          <a:off x="0" y="0"/>
          <a:ext cx="0" cy="0"/>
          <a:chOff x="0" y="0"/>
          <a:chExt cx="0" cy="0"/>
        </a:xfrm>
      </p:grpSpPr>
      <p:sp>
        <p:nvSpPr>
          <p:cNvPr id="459" name="Google Shape;459;g54dda1946d_6_322:notes">
            <a:extLst>
              <a:ext uri="{FF2B5EF4-FFF2-40B4-BE49-F238E27FC236}">
                <a16:creationId xmlns:a16="http://schemas.microsoft.com/office/drawing/2014/main" id="{DC9AC452-AF8C-6301-E90B-6B84D4037D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54dda1946d_6_322:notes">
            <a:extLst>
              <a:ext uri="{FF2B5EF4-FFF2-40B4-BE49-F238E27FC236}">
                <a16:creationId xmlns:a16="http://schemas.microsoft.com/office/drawing/2014/main" id="{334FF2BA-AABA-46ED-2D08-DDD24C4B99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980695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a:extLst>
            <a:ext uri="{FF2B5EF4-FFF2-40B4-BE49-F238E27FC236}">
              <a16:creationId xmlns:a16="http://schemas.microsoft.com/office/drawing/2014/main" id="{4F840A74-BD0A-B529-775F-393BFCC1BD50}"/>
            </a:ext>
          </a:extLst>
        </p:cNvPr>
        <p:cNvGrpSpPr/>
        <p:nvPr/>
      </p:nvGrpSpPr>
      <p:grpSpPr>
        <a:xfrm>
          <a:off x="0" y="0"/>
          <a:ext cx="0" cy="0"/>
          <a:chOff x="0" y="0"/>
          <a:chExt cx="0" cy="0"/>
        </a:xfrm>
      </p:grpSpPr>
      <p:sp>
        <p:nvSpPr>
          <p:cNvPr id="661" name="Google Shape;661;g54dda1946d_6_358:notes">
            <a:extLst>
              <a:ext uri="{FF2B5EF4-FFF2-40B4-BE49-F238E27FC236}">
                <a16:creationId xmlns:a16="http://schemas.microsoft.com/office/drawing/2014/main" id="{DCFEAE20-C191-054B-E8B8-3A0F925E47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2" name="Google Shape;662;g54dda1946d_6_358:notes">
            <a:extLst>
              <a:ext uri="{FF2B5EF4-FFF2-40B4-BE49-F238E27FC236}">
                <a16:creationId xmlns:a16="http://schemas.microsoft.com/office/drawing/2014/main" id="{B4A3EBE9-46F1-2124-36B6-AECED7960E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885086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6106D979-DF1F-F957-B12D-E1B5A738BBBC}"/>
            </a:ext>
          </a:extLst>
        </p:cNvPr>
        <p:cNvGrpSpPr/>
        <p:nvPr/>
      </p:nvGrpSpPr>
      <p:grpSpPr>
        <a:xfrm>
          <a:off x="0" y="0"/>
          <a:ext cx="0" cy="0"/>
          <a:chOff x="0" y="0"/>
          <a:chExt cx="0" cy="0"/>
        </a:xfrm>
      </p:grpSpPr>
      <p:sp>
        <p:nvSpPr>
          <p:cNvPr id="369" name="Google Shape;369;gd431007ba2_0_208:notes">
            <a:extLst>
              <a:ext uri="{FF2B5EF4-FFF2-40B4-BE49-F238E27FC236}">
                <a16:creationId xmlns:a16="http://schemas.microsoft.com/office/drawing/2014/main" id="{A7231312-03C7-D5B2-1C3F-C1A55D80CA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d431007ba2_0_208:notes">
            <a:extLst>
              <a:ext uri="{FF2B5EF4-FFF2-40B4-BE49-F238E27FC236}">
                <a16:creationId xmlns:a16="http://schemas.microsoft.com/office/drawing/2014/main" id="{5E600CE5-EB5A-BA3B-1E7A-AEB852CFE6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575510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0DCFE92D-B257-7BFB-4405-C3F5117BD250}"/>
            </a:ext>
          </a:extLst>
        </p:cNvPr>
        <p:cNvGrpSpPr/>
        <p:nvPr/>
      </p:nvGrpSpPr>
      <p:grpSpPr>
        <a:xfrm>
          <a:off x="0" y="0"/>
          <a:ext cx="0" cy="0"/>
          <a:chOff x="0" y="0"/>
          <a:chExt cx="0" cy="0"/>
        </a:xfrm>
      </p:grpSpPr>
      <p:sp>
        <p:nvSpPr>
          <p:cNvPr id="369" name="Google Shape;369;gd431007ba2_0_208:notes">
            <a:extLst>
              <a:ext uri="{FF2B5EF4-FFF2-40B4-BE49-F238E27FC236}">
                <a16:creationId xmlns:a16="http://schemas.microsoft.com/office/drawing/2014/main" id="{911ADC8A-2B5D-FDFA-8EBB-A14E25C41F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d431007ba2_0_208:notes">
            <a:extLst>
              <a:ext uri="{FF2B5EF4-FFF2-40B4-BE49-F238E27FC236}">
                <a16:creationId xmlns:a16="http://schemas.microsoft.com/office/drawing/2014/main" id="{A7A33D58-1D55-602B-BE9B-2C16740BE4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1251176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AF9E6580-B6D5-41D5-0586-E9A13C9A29BE}"/>
            </a:ext>
          </a:extLst>
        </p:cNvPr>
        <p:cNvGrpSpPr/>
        <p:nvPr/>
      </p:nvGrpSpPr>
      <p:grpSpPr>
        <a:xfrm>
          <a:off x="0" y="0"/>
          <a:ext cx="0" cy="0"/>
          <a:chOff x="0" y="0"/>
          <a:chExt cx="0" cy="0"/>
        </a:xfrm>
      </p:grpSpPr>
      <p:sp>
        <p:nvSpPr>
          <p:cNvPr id="369" name="Google Shape;369;gd431007ba2_0_208:notes">
            <a:extLst>
              <a:ext uri="{FF2B5EF4-FFF2-40B4-BE49-F238E27FC236}">
                <a16:creationId xmlns:a16="http://schemas.microsoft.com/office/drawing/2014/main" id="{A3A45043-C7F9-7EFB-AB73-D93DF131CF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d431007ba2_0_208:notes">
            <a:extLst>
              <a:ext uri="{FF2B5EF4-FFF2-40B4-BE49-F238E27FC236}">
                <a16:creationId xmlns:a16="http://schemas.microsoft.com/office/drawing/2014/main" id="{D58C8300-3350-E0A2-D556-3920E0E00F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8890503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a:extLst>
            <a:ext uri="{FF2B5EF4-FFF2-40B4-BE49-F238E27FC236}">
              <a16:creationId xmlns:a16="http://schemas.microsoft.com/office/drawing/2014/main" id="{0DDBF63D-333B-62BF-EC7C-6EED7F7D2C4B}"/>
            </a:ext>
          </a:extLst>
        </p:cNvPr>
        <p:cNvGrpSpPr/>
        <p:nvPr/>
      </p:nvGrpSpPr>
      <p:grpSpPr>
        <a:xfrm>
          <a:off x="0" y="0"/>
          <a:ext cx="0" cy="0"/>
          <a:chOff x="0" y="0"/>
          <a:chExt cx="0" cy="0"/>
        </a:xfrm>
      </p:grpSpPr>
      <p:sp>
        <p:nvSpPr>
          <p:cNvPr id="426" name="Google Shape;426;g54dda1946d_6_308:notes">
            <a:extLst>
              <a:ext uri="{FF2B5EF4-FFF2-40B4-BE49-F238E27FC236}">
                <a16:creationId xmlns:a16="http://schemas.microsoft.com/office/drawing/2014/main" id="{E12A41A7-D90A-C8D4-7B9B-4DE289C18C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7" name="Google Shape;427;g54dda1946d_6_308:notes">
            <a:extLst>
              <a:ext uri="{FF2B5EF4-FFF2-40B4-BE49-F238E27FC236}">
                <a16:creationId xmlns:a16="http://schemas.microsoft.com/office/drawing/2014/main" id="{C3FAD1BE-AE2A-E1EE-8BA3-668DE7D42B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025367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a:extLst>
            <a:ext uri="{FF2B5EF4-FFF2-40B4-BE49-F238E27FC236}">
              <a16:creationId xmlns:a16="http://schemas.microsoft.com/office/drawing/2014/main" id="{32BF04D2-FA28-EC03-5F24-39A464B74084}"/>
            </a:ext>
          </a:extLst>
        </p:cNvPr>
        <p:cNvGrpSpPr/>
        <p:nvPr/>
      </p:nvGrpSpPr>
      <p:grpSpPr>
        <a:xfrm>
          <a:off x="0" y="0"/>
          <a:ext cx="0" cy="0"/>
          <a:chOff x="0" y="0"/>
          <a:chExt cx="0" cy="0"/>
        </a:xfrm>
      </p:grpSpPr>
      <p:sp>
        <p:nvSpPr>
          <p:cNvPr id="452" name="Google Shape;452;g14072739ea5_12_0:notes">
            <a:extLst>
              <a:ext uri="{FF2B5EF4-FFF2-40B4-BE49-F238E27FC236}">
                <a16:creationId xmlns:a16="http://schemas.microsoft.com/office/drawing/2014/main" id="{34B25569-82BA-79F2-E91E-39F550D16B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14072739ea5_12_0:notes">
            <a:extLst>
              <a:ext uri="{FF2B5EF4-FFF2-40B4-BE49-F238E27FC236}">
                <a16:creationId xmlns:a16="http://schemas.microsoft.com/office/drawing/2014/main" id="{8957F159-468A-1AD9-61D6-BABD5C95EF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6624343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a:extLst>
            <a:ext uri="{FF2B5EF4-FFF2-40B4-BE49-F238E27FC236}">
              <a16:creationId xmlns:a16="http://schemas.microsoft.com/office/drawing/2014/main" id="{91280972-ED2C-78AB-7A6E-6F2A42A47E4F}"/>
            </a:ext>
          </a:extLst>
        </p:cNvPr>
        <p:cNvGrpSpPr/>
        <p:nvPr/>
      </p:nvGrpSpPr>
      <p:grpSpPr>
        <a:xfrm>
          <a:off x="0" y="0"/>
          <a:ext cx="0" cy="0"/>
          <a:chOff x="0" y="0"/>
          <a:chExt cx="0" cy="0"/>
        </a:xfrm>
      </p:grpSpPr>
      <p:sp>
        <p:nvSpPr>
          <p:cNvPr id="641" name="Google Shape;641;g54ff9c4cb4_3_5:notes">
            <a:extLst>
              <a:ext uri="{FF2B5EF4-FFF2-40B4-BE49-F238E27FC236}">
                <a16:creationId xmlns:a16="http://schemas.microsoft.com/office/drawing/2014/main" id="{3AE04D7E-4114-C1D1-3098-3C94B3F1E2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2" name="Google Shape;642;g54ff9c4cb4_3_5:notes">
            <a:extLst>
              <a:ext uri="{FF2B5EF4-FFF2-40B4-BE49-F238E27FC236}">
                <a16:creationId xmlns:a16="http://schemas.microsoft.com/office/drawing/2014/main" id="{47B1F10C-AC82-B77E-0F11-BA88C70422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547319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a:extLst>
            <a:ext uri="{FF2B5EF4-FFF2-40B4-BE49-F238E27FC236}">
              <a16:creationId xmlns:a16="http://schemas.microsoft.com/office/drawing/2014/main" id="{1E85304F-09DE-A7FC-8F1A-E80226273E9B}"/>
            </a:ext>
          </a:extLst>
        </p:cNvPr>
        <p:cNvGrpSpPr/>
        <p:nvPr/>
      </p:nvGrpSpPr>
      <p:grpSpPr>
        <a:xfrm>
          <a:off x="0" y="0"/>
          <a:ext cx="0" cy="0"/>
          <a:chOff x="0" y="0"/>
          <a:chExt cx="0" cy="0"/>
        </a:xfrm>
      </p:grpSpPr>
      <p:sp>
        <p:nvSpPr>
          <p:cNvPr id="616" name="Google Shape;616;g54dda1946d_6_377:notes">
            <a:extLst>
              <a:ext uri="{FF2B5EF4-FFF2-40B4-BE49-F238E27FC236}">
                <a16:creationId xmlns:a16="http://schemas.microsoft.com/office/drawing/2014/main" id="{FF566BEF-F61F-0937-864C-BB5623940A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54dda1946d_6_377:notes">
            <a:extLst>
              <a:ext uri="{FF2B5EF4-FFF2-40B4-BE49-F238E27FC236}">
                <a16:creationId xmlns:a16="http://schemas.microsoft.com/office/drawing/2014/main" id="{AADE3E88-2DC3-9C02-F2C7-FF9DDE6EE1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108468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1156000"/>
            <a:ext cx="4160700" cy="2385600"/>
          </a:xfrm>
          <a:prstGeom prst="rect">
            <a:avLst/>
          </a:prstGeom>
        </p:spPr>
        <p:txBody>
          <a:bodyPr spcFirstLastPara="1" wrap="square" lIns="91425" tIns="91425" rIns="91425" bIns="91425" anchor="b" anchorCtr="0">
            <a:noAutofit/>
          </a:bodyPr>
          <a:lstStyle>
            <a:lvl1pPr lvl="0" algn="l">
              <a:spcBef>
                <a:spcPts val="0"/>
              </a:spcBef>
              <a:spcAft>
                <a:spcPts val="0"/>
              </a:spcAft>
              <a:buClr>
                <a:srgbClr val="191919"/>
              </a:buClr>
              <a:buSzPts val="5200"/>
              <a:buNone/>
              <a:defRPr sz="3600">
                <a:latin typeface="Outfit"/>
                <a:ea typeface="Outfit"/>
                <a:cs typeface="Outfit"/>
                <a:sym typeface="Outfit"/>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3225" y="3541600"/>
            <a:ext cx="4160700" cy="4206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713225" y="2384250"/>
            <a:ext cx="4344300" cy="915900"/>
          </a:xfrm>
          <a:prstGeom prst="rect">
            <a:avLst/>
          </a:prstGeom>
        </p:spPr>
        <p:txBody>
          <a:bodyPr spcFirstLastPara="1" wrap="square" lIns="91425" tIns="91425" rIns="91425" bIns="91425" anchor="b" anchorCtr="0">
            <a:noAutofit/>
          </a:bodyPr>
          <a:lstStyle>
            <a:lvl1pPr lvl="0" algn="l">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3" name="Google Shape;13;p3"/>
          <p:cNvSpPr txBox="1">
            <a:spLocks noGrp="1"/>
          </p:cNvSpPr>
          <p:nvPr>
            <p:ph type="title" idx="2" hasCustomPrompt="1"/>
          </p:nvPr>
        </p:nvSpPr>
        <p:spPr>
          <a:xfrm>
            <a:off x="713225" y="1468350"/>
            <a:ext cx="1264200" cy="915900"/>
          </a:xfrm>
          <a:prstGeom prst="rect">
            <a:avLst/>
          </a:prstGeom>
          <a:noFill/>
        </p:spPr>
        <p:txBody>
          <a:bodyPr spcFirstLastPara="1" wrap="square" lIns="91425" tIns="91425" rIns="91425" bIns="91425" anchor="ctr" anchorCtr="0">
            <a:noAutofit/>
          </a:bodyPr>
          <a:lstStyle>
            <a:lvl1pPr lvl="0" algn="l"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4" name="Google Shape;14;p3"/>
          <p:cNvSpPr txBox="1">
            <a:spLocks noGrp="1"/>
          </p:cNvSpPr>
          <p:nvPr>
            <p:ph type="subTitle" idx="1"/>
          </p:nvPr>
        </p:nvSpPr>
        <p:spPr>
          <a:xfrm>
            <a:off x="713225" y="3300150"/>
            <a:ext cx="4344300" cy="375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grpSp>
        <p:nvGrpSpPr>
          <p:cNvPr id="16" name="Google Shape;16;p4"/>
          <p:cNvGrpSpPr/>
          <p:nvPr/>
        </p:nvGrpSpPr>
        <p:grpSpPr>
          <a:xfrm>
            <a:off x="-247298" y="-446215"/>
            <a:ext cx="9638600" cy="6030088"/>
            <a:chOff x="-247298" y="-446215"/>
            <a:chExt cx="9638600" cy="6030088"/>
          </a:xfrm>
        </p:grpSpPr>
        <p:sp>
          <p:nvSpPr>
            <p:cNvPr id="17" name="Google Shape;17;p4"/>
            <p:cNvSpPr/>
            <p:nvPr/>
          </p:nvSpPr>
          <p:spPr>
            <a:xfrm>
              <a:off x="-247298"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4"/>
            <p:cNvSpPr/>
            <p:nvPr/>
          </p:nvSpPr>
          <p:spPr>
            <a:xfrm>
              <a:off x="293542"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4"/>
            <p:cNvSpPr/>
            <p:nvPr/>
          </p:nvSpPr>
          <p:spPr>
            <a:xfrm flipH="1">
              <a:off x="8552592"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p:nvPr/>
          </p:nvSpPr>
          <p:spPr>
            <a:xfrm flipH="1">
              <a:off x="8011752"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p:nvPr/>
          </p:nvSpPr>
          <p:spPr>
            <a:xfrm rot="10800000" flipH="1">
              <a:off x="-247298"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p:nvPr/>
          </p:nvSpPr>
          <p:spPr>
            <a:xfrm rot="10800000" flipH="1">
              <a:off x="293542" y="-4462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4"/>
            <p:cNvSpPr/>
            <p:nvPr/>
          </p:nvSpPr>
          <p:spPr>
            <a:xfrm rot="10800000">
              <a:off x="8552592"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4"/>
            <p:cNvSpPr/>
            <p:nvPr/>
          </p:nvSpPr>
          <p:spPr>
            <a:xfrm rot="10800000">
              <a:off x="8011752" y="-4462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25;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6" name="Google Shape;26;p4"/>
          <p:cNvSpPr txBox="1">
            <a:spLocks noGrp="1"/>
          </p:cNvSpPr>
          <p:nvPr>
            <p:ph type="body" idx="1"/>
          </p:nvPr>
        </p:nvSpPr>
        <p:spPr>
          <a:xfrm>
            <a:off x="720000" y="1215751"/>
            <a:ext cx="7704000" cy="397800"/>
          </a:xfrm>
          <a:prstGeom prst="rect">
            <a:avLst/>
          </a:prstGeom>
        </p:spPr>
        <p:txBody>
          <a:bodyPr spcFirstLastPara="1" wrap="square" lIns="91425" tIns="91425" rIns="91425" bIns="91425" anchor="t" anchorCtr="0">
            <a:noAutofit/>
          </a:bodyPr>
          <a:lstStyle>
            <a:lvl1pPr marL="457200" lvl="0" indent="-317500" algn="ctr" rtl="0">
              <a:spcBef>
                <a:spcPts val="0"/>
              </a:spcBef>
              <a:spcAft>
                <a:spcPts val="0"/>
              </a:spcAft>
              <a:buSzPts val="1400"/>
              <a:buFont typeface="Nunito Light"/>
              <a:buChar char="●"/>
              <a:defRPr/>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3"/>
        <p:cNvGrpSpPr/>
        <p:nvPr/>
      </p:nvGrpSpPr>
      <p:grpSpPr>
        <a:xfrm>
          <a:off x="0" y="0"/>
          <a:ext cx="0" cy="0"/>
          <a:chOff x="0" y="0"/>
          <a:chExt cx="0" cy="0"/>
        </a:xfrm>
      </p:grpSpPr>
      <p:sp>
        <p:nvSpPr>
          <p:cNvPr id="54" name="Google Shape;54;p7"/>
          <p:cNvSpPr txBox="1">
            <a:spLocks noGrp="1"/>
          </p:cNvSpPr>
          <p:nvPr>
            <p:ph type="title"/>
          </p:nvPr>
        </p:nvSpPr>
        <p:spPr>
          <a:xfrm>
            <a:off x="720000" y="445025"/>
            <a:ext cx="5549700" cy="5727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5" name="Google Shape;55;p7"/>
          <p:cNvSpPr txBox="1">
            <a:spLocks noGrp="1"/>
          </p:cNvSpPr>
          <p:nvPr>
            <p:ph type="subTitle" idx="1"/>
          </p:nvPr>
        </p:nvSpPr>
        <p:spPr>
          <a:xfrm>
            <a:off x="720000" y="1652075"/>
            <a:ext cx="4294800" cy="21339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6"/>
        <p:cNvGrpSpPr/>
        <p:nvPr/>
      </p:nvGrpSpPr>
      <p:grpSpPr>
        <a:xfrm>
          <a:off x="0" y="0"/>
          <a:ext cx="0" cy="0"/>
          <a:chOff x="0" y="0"/>
          <a:chExt cx="0" cy="0"/>
        </a:xfrm>
      </p:grpSpPr>
      <p:sp>
        <p:nvSpPr>
          <p:cNvPr id="57" name="Google Shape;57;p8"/>
          <p:cNvSpPr txBox="1">
            <a:spLocks noGrp="1"/>
          </p:cNvSpPr>
          <p:nvPr>
            <p:ph type="title"/>
          </p:nvPr>
        </p:nvSpPr>
        <p:spPr>
          <a:xfrm>
            <a:off x="4292275" y="1663850"/>
            <a:ext cx="4138500" cy="1815900"/>
          </a:xfrm>
          <a:prstGeom prst="rect">
            <a:avLst/>
          </a:prstGeom>
        </p:spPr>
        <p:txBody>
          <a:bodyPr spcFirstLastPara="1" wrap="square" lIns="91425" tIns="91425" rIns="91425" bIns="91425" anchor="ctr" anchorCtr="0">
            <a:noAutofit/>
          </a:bodyPr>
          <a:lstStyle>
            <a:lvl1pPr lvl="0" algn="l">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7"/>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68"/>
        <p:cNvGrpSpPr/>
        <p:nvPr/>
      </p:nvGrpSpPr>
      <p:grpSpPr>
        <a:xfrm>
          <a:off x="0" y="0"/>
          <a:ext cx="0" cy="0"/>
          <a:chOff x="0" y="0"/>
          <a:chExt cx="0" cy="0"/>
        </a:xfrm>
      </p:grpSpPr>
      <p:grpSp>
        <p:nvGrpSpPr>
          <p:cNvPr id="69" name="Google Shape;69;p13"/>
          <p:cNvGrpSpPr/>
          <p:nvPr/>
        </p:nvGrpSpPr>
        <p:grpSpPr>
          <a:xfrm>
            <a:off x="-417711" y="-428628"/>
            <a:ext cx="9979385" cy="6000759"/>
            <a:chOff x="-417711" y="-428628"/>
            <a:chExt cx="9979385" cy="6000759"/>
          </a:xfrm>
        </p:grpSpPr>
        <p:sp>
          <p:nvSpPr>
            <p:cNvPr id="70" name="Google Shape;70;p13"/>
            <p:cNvSpPr/>
            <p:nvPr/>
          </p:nvSpPr>
          <p:spPr>
            <a:xfrm>
              <a:off x="421002" y="-42862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3"/>
            <p:cNvSpPr/>
            <p:nvPr/>
          </p:nvSpPr>
          <p:spPr>
            <a:xfrm>
              <a:off x="7884277" y="-42862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3"/>
            <p:cNvSpPr/>
            <p:nvPr/>
          </p:nvSpPr>
          <p:spPr>
            <a:xfrm>
              <a:off x="8430764" y="554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3"/>
            <p:cNvSpPr/>
            <p:nvPr/>
          </p:nvSpPr>
          <p:spPr>
            <a:xfrm>
              <a:off x="8430764" y="74622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3"/>
            <p:cNvSpPr/>
            <p:nvPr/>
          </p:nvSpPr>
          <p:spPr>
            <a:xfrm>
              <a:off x="-125486" y="554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3"/>
            <p:cNvSpPr/>
            <p:nvPr/>
          </p:nvSpPr>
          <p:spPr>
            <a:xfrm>
              <a:off x="-125486" y="74622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3"/>
            <p:cNvSpPr/>
            <p:nvPr/>
          </p:nvSpPr>
          <p:spPr>
            <a:xfrm>
              <a:off x="-417711" y="460401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3"/>
            <p:cNvSpPr/>
            <p:nvPr/>
          </p:nvSpPr>
          <p:spPr>
            <a:xfrm>
              <a:off x="8722964" y="460401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 name="Google Shape;78;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9" name="Google Shape;79;p13"/>
          <p:cNvSpPr txBox="1">
            <a:spLocks noGrp="1"/>
          </p:cNvSpPr>
          <p:nvPr>
            <p:ph type="subTitle" idx="1"/>
          </p:nvPr>
        </p:nvSpPr>
        <p:spPr>
          <a:xfrm>
            <a:off x="720000" y="2178493"/>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0" name="Google Shape;80;p13"/>
          <p:cNvSpPr txBox="1">
            <a:spLocks noGrp="1"/>
          </p:cNvSpPr>
          <p:nvPr>
            <p:ph type="subTitle" idx="2"/>
          </p:nvPr>
        </p:nvSpPr>
        <p:spPr>
          <a:xfrm>
            <a:off x="3419271" y="2178493"/>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1" name="Google Shape;81;p13"/>
          <p:cNvSpPr txBox="1">
            <a:spLocks noGrp="1"/>
          </p:cNvSpPr>
          <p:nvPr>
            <p:ph type="subTitle" idx="3"/>
          </p:nvPr>
        </p:nvSpPr>
        <p:spPr>
          <a:xfrm>
            <a:off x="720000" y="3911675"/>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2" name="Google Shape;82;p13"/>
          <p:cNvSpPr txBox="1">
            <a:spLocks noGrp="1"/>
          </p:cNvSpPr>
          <p:nvPr>
            <p:ph type="subTitle" idx="4"/>
          </p:nvPr>
        </p:nvSpPr>
        <p:spPr>
          <a:xfrm>
            <a:off x="3419271" y="3911675"/>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3" name="Google Shape;83;p13"/>
          <p:cNvSpPr txBox="1">
            <a:spLocks noGrp="1"/>
          </p:cNvSpPr>
          <p:nvPr>
            <p:ph type="subTitle" idx="5"/>
          </p:nvPr>
        </p:nvSpPr>
        <p:spPr>
          <a:xfrm>
            <a:off x="6118549" y="2178493"/>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4" name="Google Shape;84;p13"/>
          <p:cNvSpPr txBox="1">
            <a:spLocks noGrp="1"/>
          </p:cNvSpPr>
          <p:nvPr>
            <p:ph type="subTitle" idx="6"/>
          </p:nvPr>
        </p:nvSpPr>
        <p:spPr>
          <a:xfrm>
            <a:off x="6118549" y="3911675"/>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5" name="Google Shape;85;p13"/>
          <p:cNvSpPr txBox="1">
            <a:spLocks noGrp="1"/>
          </p:cNvSpPr>
          <p:nvPr>
            <p:ph type="title" idx="7" hasCustomPrompt="1"/>
          </p:nvPr>
        </p:nvSpPr>
        <p:spPr>
          <a:xfrm>
            <a:off x="1505400" y="1206926"/>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6" name="Google Shape;86;p13"/>
          <p:cNvSpPr txBox="1">
            <a:spLocks noGrp="1"/>
          </p:cNvSpPr>
          <p:nvPr>
            <p:ph type="title" idx="8" hasCustomPrompt="1"/>
          </p:nvPr>
        </p:nvSpPr>
        <p:spPr>
          <a:xfrm>
            <a:off x="1505400" y="2939527"/>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7" name="Google Shape;87;p13"/>
          <p:cNvSpPr txBox="1">
            <a:spLocks noGrp="1"/>
          </p:cNvSpPr>
          <p:nvPr>
            <p:ph type="title" idx="9" hasCustomPrompt="1"/>
          </p:nvPr>
        </p:nvSpPr>
        <p:spPr>
          <a:xfrm>
            <a:off x="4204671" y="1206926"/>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8" name="Google Shape;88;p13"/>
          <p:cNvSpPr txBox="1">
            <a:spLocks noGrp="1"/>
          </p:cNvSpPr>
          <p:nvPr>
            <p:ph type="title" idx="13" hasCustomPrompt="1"/>
          </p:nvPr>
        </p:nvSpPr>
        <p:spPr>
          <a:xfrm>
            <a:off x="4204671" y="2939527"/>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9" name="Google Shape;89;p13"/>
          <p:cNvSpPr txBox="1">
            <a:spLocks noGrp="1"/>
          </p:cNvSpPr>
          <p:nvPr>
            <p:ph type="title" idx="14" hasCustomPrompt="1"/>
          </p:nvPr>
        </p:nvSpPr>
        <p:spPr>
          <a:xfrm>
            <a:off x="6903950" y="1206926"/>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0" name="Google Shape;90;p13"/>
          <p:cNvSpPr txBox="1">
            <a:spLocks noGrp="1"/>
          </p:cNvSpPr>
          <p:nvPr>
            <p:ph type="title" idx="15" hasCustomPrompt="1"/>
          </p:nvPr>
        </p:nvSpPr>
        <p:spPr>
          <a:xfrm>
            <a:off x="6903950" y="2939527"/>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1" name="Google Shape;91;p13"/>
          <p:cNvSpPr txBox="1">
            <a:spLocks noGrp="1"/>
          </p:cNvSpPr>
          <p:nvPr>
            <p:ph type="subTitle" idx="16"/>
          </p:nvPr>
        </p:nvSpPr>
        <p:spPr>
          <a:xfrm>
            <a:off x="720000" y="1801112"/>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92" name="Google Shape;92;p13"/>
          <p:cNvSpPr txBox="1">
            <a:spLocks noGrp="1"/>
          </p:cNvSpPr>
          <p:nvPr>
            <p:ph type="subTitle" idx="17"/>
          </p:nvPr>
        </p:nvSpPr>
        <p:spPr>
          <a:xfrm>
            <a:off x="3419271" y="1801112"/>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93" name="Google Shape;93;p13"/>
          <p:cNvSpPr txBox="1">
            <a:spLocks noGrp="1"/>
          </p:cNvSpPr>
          <p:nvPr>
            <p:ph type="subTitle" idx="18"/>
          </p:nvPr>
        </p:nvSpPr>
        <p:spPr>
          <a:xfrm>
            <a:off x="6118549" y="1801112"/>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94" name="Google Shape;94;p13"/>
          <p:cNvSpPr txBox="1">
            <a:spLocks noGrp="1"/>
          </p:cNvSpPr>
          <p:nvPr>
            <p:ph type="subTitle" idx="19"/>
          </p:nvPr>
        </p:nvSpPr>
        <p:spPr>
          <a:xfrm>
            <a:off x="720000" y="3533775"/>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95" name="Google Shape;95;p13"/>
          <p:cNvSpPr txBox="1">
            <a:spLocks noGrp="1"/>
          </p:cNvSpPr>
          <p:nvPr>
            <p:ph type="subTitle" idx="20"/>
          </p:nvPr>
        </p:nvSpPr>
        <p:spPr>
          <a:xfrm>
            <a:off x="3419271" y="3533775"/>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96" name="Google Shape;96;p13"/>
          <p:cNvSpPr txBox="1">
            <a:spLocks noGrp="1"/>
          </p:cNvSpPr>
          <p:nvPr>
            <p:ph type="subTitle" idx="21"/>
          </p:nvPr>
        </p:nvSpPr>
        <p:spPr>
          <a:xfrm>
            <a:off x="6118549" y="3533775"/>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97"/>
        <p:cNvGrpSpPr/>
        <p:nvPr/>
      </p:nvGrpSpPr>
      <p:grpSpPr>
        <a:xfrm>
          <a:off x="0" y="0"/>
          <a:ext cx="0" cy="0"/>
          <a:chOff x="0" y="0"/>
          <a:chExt cx="0" cy="0"/>
        </a:xfrm>
      </p:grpSpPr>
      <p:grpSp>
        <p:nvGrpSpPr>
          <p:cNvPr id="98" name="Google Shape;98;p14"/>
          <p:cNvGrpSpPr/>
          <p:nvPr/>
        </p:nvGrpSpPr>
        <p:grpSpPr>
          <a:xfrm>
            <a:off x="-247298" y="-446215"/>
            <a:ext cx="9638600" cy="6030088"/>
            <a:chOff x="-247298" y="-446215"/>
            <a:chExt cx="9638600" cy="6030088"/>
          </a:xfrm>
        </p:grpSpPr>
        <p:sp>
          <p:nvSpPr>
            <p:cNvPr id="99" name="Google Shape;99;p14"/>
            <p:cNvSpPr/>
            <p:nvPr/>
          </p:nvSpPr>
          <p:spPr>
            <a:xfrm>
              <a:off x="-247298"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4"/>
            <p:cNvSpPr/>
            <p:nvPr/>
          </p:nvSpPr>
          <p:spPr>
            <a:xfrm>
              <a:off x="293542"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4"/>
            <p:cNvSpPr/>
            <p:nvPr/>
          </p:nvSpPr>
          <p:spPr>
            <a:xfrm flipH="1">
              <a:off x="8552592"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4"/>
            <p:cNvSpPr/>
            <p:nvPr/>
          </p:nvSpPr>
          <p:spPr>
            <a:xfrm flipH="1">
              <a:off x="8011752"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4"/>
            <p:cNvSpPr/>
            <p:nvPr/>
          </p:nvSpPr>
          <p:spPr>
            <a:xfrm rot="10800000" flipH="1">
              <a:off x="-247298"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4"/>
            <p:cNvSpPr/>
            <p:nvPr/>
          </p:nvSpPr>
          <p:spPr>
            <a:xfrm rot="10800000" flipH="1">
              <a:off x="293542" y="-4462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4"/>
            <p:cNvSpPr/>
            <p:nvPr/>
          </p:nvSpPr>
          <p:spPr>
            <a:xfrm rot="10800000">
              <a:off x="8552592"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4"/>
            <p:cNvSpPr/>
            <p:nvPr/>
          </p:nvSpPr>
          <p:spPr>
            <a:xfrm rot="10800000">
              <a:off x="8011752" y="-4462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7" name="Google Shape;107;p14"/>
          <p:cNvSpPr txBox="1">
            <a:spLocks noGrp="1"/>
          </p:cNvSpPr>
          <p:nvPr>
            <p:ph type="title"/>
          </p:nvPr>
        </p:nvSpPr>
        <p:spPr>
          <a:xfrm>
            <a:off x="1226425" y="3229500"/>
            <a:ext cx="6691200" cy="5478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24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08" name="Google Shape;108;p14"/>
          <p:cNvSpPr txBox="1">
            <a:spLocks noGrp="1"/>
          </p:cNvSpPr>
          <p:nvPr>
            <p:ph type="subTitle" idx="1"/>
          </p:nvPr>
        </p:nvSpPr>
        <p:spPr>
          <a:xfrm>
            <a:off x="1226413" y="1366200"/>
            <a:ext cx="6691200" cy="1863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3">
  <p:cSld name="TITLE_ONLY_3">
    <p:spTree>
      <p:nvGrpSpPr>
        <p:cNvPr id="1" name="Shape 131"/>
        <p:cNvGrpSpPr/>
        <p:nvPr/>
      </p:nvGrpSpPr>
      <p:grpSpPr>
        <a:xfrm>
          <a:off x="0" y="0"/>
          <a:ext cx="0" cy="0"/>
          <a:chOff x="0" y="0"/>
          <a:chExt cx="0" cy="0"/>
        </a:xfrm>
      </p:grpSpPr>
      <p:grpSp>
        <p:nvGrpSpPr>
          <p:cNvPr id="132" name="Google Shape;132;p17"/>
          <p:cNvGrpSpPr/>
          <p:nvPr/>
        </p:nvGrpSpPr>
        <p:grpSpPr>
          <a:xfrm>
            <a:off x="-548808" y="-584898"/>
            <a:ext cx="10241610" cy="6168779"/>
            <a:chOff x="-548808" y="-584898"/>
            <a:chExt cx="10241610" cy="6168779"/>
          </a:xfrm>
        </p:grpSpPr>
        <p:sp>
          <p:nvSpPr>
            <p:cNvPr id="133" name="Google Shape;133;p17"/>
            <p:cNvSpPr/>
            <p:nvPr/>
          </p:nvSpPr>
          <p:spPr>
            <a:xfrm>
              <a:off x="293877" y="461576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7"/>
            <p:cNvSpPr/>
            <p:nvPr/>
          </p:nvSpPr>
          <p:spPr>
            <a:xfrm flipH="1">
              <a:off x="8011752"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7"/>
            <p:cNvSpPr/>
            <p:nvPr/>
          </p:nvSpPr>
          <p:spPr>
            <a:xfrm rot="10800000" flipH="1">
              <a:off x="-129123" y="44966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7"/>
            <p:cNvSpPr/>
            <p:nvPr/>
          </p:nvSpPr>
          <p:spPr>
            <a:xfrm rot="10800000" flipH="1">
              <a:off x="-548808" y="449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7"/>
            <p:cNvSpPr/>
            <p:nvPr/>
          </p:nvSpPr>
          <p:spPr>
            <a:xfrm>
              <a:off x="185192" y="-58489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7"/>
            <p:cNvSpPr/>
            <p:nvPr/>
          </p:nvSpPr>
          <p:spPr>
            <a:xfrm rot="10800000">
              <a:off x="8434407" y="44966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7"/>
            <p:cNvSpPr/>
            <p:nvPr/>
          </p:nvSpPr>
          <p:spPr>
            <a:xfrm rot="10800000">
              <a:off x="8854092" y="449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7"/>
            <p:cNvSpPr/>
            <p:nvPr/>
          </p:nvSpPr>
          <p:spPr>
            <a:xfrm flipH="1">
              <a:off x="8120092" y="-58489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1" name="Google Shape;141;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154"/>
        <p:cNvGrpSpPr/>
        <p:nvPr/>
      </p:nvGrpSpPr>
      <p:grpSpPr>
        <a:xfrm>
          <a:off x="0" y="0"/>
          <a:ext cx="0" cy="0"/>
          <a:chOff x="0" y="0"/>
          <a:chExt cx="0" cy="0"/>
        </a:xfrm>
      </p:grpSpPr>
      <p:grpSp>
        <p:nvGrpSpPr>
          <p:cNvPr id="155" name="Google Shape;155;p19"/>
          <p:cNvGrpSpPr/>
          <p:nvPr/>
        </p:nvGrpSpPr>
        <p:grpSpPr>
          <a:xfrm>
            <a:off x="-145083" y="-503840"/>
            <a:ext cx="9434170" cy="6151188"/>
            <a:chOff x="-145083" y="-503840"/>
            <a:chExt cx="9434170" cy="6151188"/>
          </a:xfrm>
        </p:grpSpPr>
        <p:sp>
          <p:nvSpPr>
            <p:cNvPr id="156" name="Google Shape;156;p19"/>
            <p:cNvSpPr/>
            <p:nvPr/>
          </p:nvSpPr>
          <p:spPr>
            <a:xfrm rot="10800000" flipH="1">
              <a:off x="534577" y="467922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9"/>
            <p:cNvSpPr/>
            <p:nvPr/>
          </p:nvSpPr>
          <p:spPr>
            <a:xfrm>
              <a:off x="-145073" y="392401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9"/>
            <p:cNvSpPr/>
            <p:nvPr/>
          </p:nvSpPr>
          <p:spPr>
            <a:xfrm>
              <a:off x="-145083" y="441982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9"/>
            <p:cNvSpPr/>
            <p:nvPr/>
          </p:nvSpPr>
          <p:spPr>
            <a:xfrm flipH="1">
              <a:off x="8430777" y="464432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9"/>
            <p:cNvSpPr/>
            <p:nvPr/>
          </p:nvSpPr>
          <p:spPr>
            <a:xfrm rot="10800000" flipH="1">
              <a:off x="-125483" y="-4286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9"/>
            <p:cNvSpPr/>
            <p:nvPr/>
          </p:nvSpPr>
          <p:spPr>
            <a:xfrm flipH="1">
              <a:off x="7770717" y="-50384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9"/>
            <p:cNvSpPr/>
            <p:nvPr/>
          </p:nvSpPr>
          <p:spPr>
            <a:xfrm rot="10800000">
              <a:off x="8450367" y="25137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9"/>
            <p:cNvSpPr/>
            <p:nvPr/>
          </p:nvSpPr>
          <p:spPr>
            <a:xfrm rot="10800000">
              <a:off x="8450377" y="-24444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4" name="Google Shape;164;p19"/>
          <p:cNvSpPr txBox="1">
            <a:spLocks noGrp="1"/>
          </p:cNvSpPr>
          <p:nvPr>
            <p:ph type="title"/>
          </p:nvPr>
        </p:nvSpPr>
        <p:spPr>
          <a:xfrm>
            <a:off x="720000" y="1270313"/>
            <a:ext cx="3777300" cy="17097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65" name="Google Shape;165;p19"/>
          <p:cNvSpPr txBox="1">
            <a:spLocks noGrp="1"/>
          </p:cNvSpPr>
          <p:nvPr>
            <p:ph type="subTitle" idx="1"/>
          </p:nvPr>
        </p:nvSpPr>
        <p:spPr>
          <a:xfrm>
            <a:off x="720000" y="2979813"/>
            <a:ext cx="3777300" cy="893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6" name="Google Shape;166;p19"/>
          <p:cNvSpPr>
            <a:spLocks noGrp="1"/>
          </p:cNvSpPr>
          <p:nvPr>
            <p:ph type="pic" idx="2"/>
          </p:nvPr>
        </p:nvSpPr>
        <p:spPr>
          <a:xfrm>
            <a:off x="5121925" y="1060325"/>
            <a:ext cx="3109200" cy="3109200"/>
          </a:xfrm>
          <a:prstGeom prst="ellipse">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230"/>
        <p:cNvGrpSpPr/>
        <p:nvPr/>
      </p:nvGrpSpPr>
      <p:grpSpPr>
        <a:xfrm>
          <a:off x="0" y="0"/>
          <a:ext cx="0" cy="0"/>
          <a:chOff x="0" y="0"/>
          <a:chExt cx="0" cy="0"/>
        </a:xfrm>
      </p:grpSpPr>
      <p:grpSp>
        <p:nvGrpSpPr>
          <p:cNvPr id="231" name="Google Shape;231;p25"/>
          <p:cNvGrpSpPr/>
          <p:nvPr/>
        </p:nvGrpSpPr>
        <p:grpSpPr>
          <a:xfrm>
            <a:off x="-655296" y="3436585"/>
            <a:ext cx="10454595" cy="2311221"/>
            <a:chOff x="-655296" y="3436585"/>
            <a:chExt cx="10454595" cy="2311221"/>
          </a:xfrm>
        </p:grpSpPr>
        <p:sp>
          <p:nvSpPr>
            <p:cNvPr id="232" name="Google Shape;232;p25"/>
            <p:cNvSpPr/>
            <p:nvPr/>
          </p:nvSpPr>
          <p:spPr>
            <a:xfrm rot="10800000" flipH="1">
              <a:off x="-136836" y="34365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5"/>
            <p:cNvSpPr/>
            <p:nvPr/>
          </p:nvSpPr>
          <p:spPr>
            <a:xfrm>
              <a:off x="183414" y="454091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5"/>
            <p:cNvSpPr/>
            <p:nvPr/>
          </p:nvSpPr>
          <p:spPr>
            <a:xfrm rot="10800000" flipH="1">
              <a:off x="-655296" y="390306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5"/>
            <p:cNvSpPr/>
            <p:nvPr/>
          </p:nvSpPr>
          <p:spPr>
            <a:xfrm rot="10800000">
              <a:off x="8442129" y="34365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5"/>
            <p:cNvSpPr/>
            <p:nvPr/>
          </p:nvSpPr>
          <p:spPr>
            <a:xfrm flipH="1">
              <a:off x="8121879" y="454091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5"/>
            <p:cNvSpPr/>
            <p:nvPr/>
          </p:nvSpPr>
          <p:spPr>
            <a:xfrm rot="10800000">
              <a:off x="8960589" y="390306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5"/>
            <p:cNvSpPr/>
            <p:nvPr/>
          </p:nvSpPr>
          <p:spPr>
            <a:xfrm rot="10800000">
              <a:off x="7718714" y="47796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5"/>
            <p:cNvSpPr/>
            <p:nvPr/>
          </p:nvSpPr>
          <p:spPr>
            <a:xfrm rot="10800000">
              <a:off x="586589" y="47796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0" name="Google Shape;240;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41" name="Google Shape;241;p25"/>
          <p:cNvSpPr txBox="1">
            <a:spLocks noGrp="1"/>
          </p:cNvSpPr>
          <p:nvPr>
            <p:ph type="subTitle" idx="1"/>
          </p:nvPr>
        </p:nvSpPr>
        <p:spPr>
          <a:xfrm>
            <a:off x="4646250" y="1667625"/>
            <a:ext cx="3398400" cy="1899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2" name="Google Shape;242;p25"/>
          <p:cNvSpPr txBox="1">
            <a:spLocks noGrp="1"/>
          </p:cNvSpPr>
          <p:nvPr>
            <p:ph type="subTitle" idx="2"/>
          </p:nvPr>
        </p:nvSpPr>
        <p:spPr>
          <a:xfrm>
            <a:off x="1099338" y="1667625"/>
            <a:ext cx="3398400" cy="1899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243"/>
        <p:cNvGrpSpPr/>
        <p:nvPr/>
      </p:nvGrpSpPr>
      <p:grpSpPr>
        <a:xfrm>
          <a:off x="0" y="0"/>
          <a:ext cx="0" cy="0"/>
          <a:chOff x="0" y="0"/>
          <a:chExt cx="0" cy="0"/>
        </a:xfrm>
      </p:grpSpPr>
      <p:grpSp>
        <p:nvGrpSpPr>
          <p:cNvPr id="244" name="Google Shape;244;p26"/>
          <p:cNvGrpSpPr/>
          <p:nvPr/>
        </p:nvGrpSpPr>
        <p:grpSpPr>
          <a:xfrm>
            <a:off x="-512036" y="-358023"/>
            <a:ext cx="10169413" cy="5930154"/>
            <a:chOff x="-512036" y="-358023"/>
            <a:chExt cx="10169413" cy="5930154"/>
          </a:xfrm>
        </p:grpSpPr>
        <p:sp>
          <p:nvSpPr>
            <p:cNvPr id="245" name="Google Shape;245;p26"/>
            <p:cNvSpPr/>
            <p:nvPr/>
          </p:nvSpPr>
          <p:spPr>
            <a:xfrm flipH="1">
              <a:off x="8430767" y="40742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6"/>
            <p:cNvSpPr/>
            <p:nvPr/>
          </p:nvSpPr>
          <p:spPr>
            <a:xfrm rot="10800000">
              <a:off x="8818667" y="182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6"/>
            <p:cNvSpPr/>
            <p:nvPr/>
          </p:nvSpPr>
          <p:spPr>
            <a:xfrm rot="10800000">
              <a:off x="8011414" y="460401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6"/>
            <p:cNvSpPr/>
            <p:nvPr/>
          </p:nvSpPr>
          <p:spPr>
            <a:xfrm flipH="1">
              <a:off x="8430777" y="-35802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6"/>
            <p:cNvSpPr/>
            <p:nvPr/>
          </p:nvSpPr>
          <p:spPr>
            <a:xfrm>
              <a:off x="-124136" y="40742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6"/>
            <p:cNvSpPr/>
            <p:nvPr/>
          </p:nvSpPr>
          <p:spPr>
            <a:xfrm rot="10800000" flipH="1">
              <a:off x="-512036" y="182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6"/>
            <p:cNvSpPr/>
            <p:nvPr/>
          </p:nvSpPr>
          <p:spPr>
            <a:xfrm rot="10800000" flipH="1">
              <a:off x="295217" y="460401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6"/>
            <p:cNvSpPr/>
            <p:nvPr/>
          </p:nvSpPr>
          <p:spPr>
            <a:xfrm>
              <a:off x="-124133" y="-35802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3" name="Google Shape;253;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54" name="Google Shape;254;p26"/>
          <p:cNvSpPr txBox="1">
            <a:spLocks noGrp="1"/>
          </p:cNvSpPr>
          <p:nvPr>
            <p:ph type="subTitle" idx="1"/>
          </p:nvPr>
        </p:nvSpPr>
        <p:spPr>
          <a:xfrm>
            <a:off x="881225" y="2768751"/>
            <a:ext cx="2288100" cy="89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5" name="Google Shape;255;p26"/>
          <p:cNvSpPr txBox="1">
            <a:spLocks noGrp="1"/>
          </p:cNvSpPr>
          <p:nvPr>
            <p:ph type="subTitle" idx="2"/>
          </p:nvPr>
        </p:nvSpPr>
        <p:spPr>
          <a:xfrm>
            <a:off x="3427950" y="2768751"/>
            <a:ext cx="2288100" cy="89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6" name="Google Shape;256;p26"/>
          <p:cNvSpPr txBox="1">
            <a:spLocks noGrp="1"/>
          </p:cNvSpPr>
          <p:nvPr>
            <p:ph type="subTitle" idx="3"/>
          </p:nvPr>
        </p:nvSpPr>
        <p:spPr>
          <a:xfrm>
            <a:off x="5974700" y="2768751"/>
            <a:ext cx="2288100" cy="89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7" name="Google Shape;257;p26"/>
          <p:cNvSpPr txBox="1">
            <a:spLocks noGrp="1"/>
          </p:cNvSpPr>
          <p:nvPr>
            <p:ph type="subTitle" idx="4"/>
          </p:nvPr>
        </p:nvSpPr>
        <p:spPr>
          <a:xfrm>
            <a:off x="881225" y="2250275"/>
            <a:ext cx="2288100" cy="66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58" name="Google Shape;258;p26"/>
          <p:cNvSpPr txBox="1">
            <a:spLocks noGrp="1"/>
          </p:cNvSpPr>
          <p:nvPr>
            <p:ph type="subTitle" idx="5"/>
          </p:nvPr>
        </p:nvSpPr>
        <p:spPr>
          <a:xfrm>
            <a:off x="3427954" y="2250275"/>
            <a:ext cx="2288100" cy="66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59" name="Google Shape;259;p26"/>
          <p:cNvSpPr txBox="1">
            <a:spLocks noGrp="1"/>
          </p:cNvSpPr>
          <p:nvPr>
            <p:ph type="subTitle" idx="6"/>
          </p:nvPr>
        </p:nvSpPr>
        <p:spPr>
          <a:xfrm>
            <a:off x="5974700" y="2250275"/>
            <a:ext cx="2288100" cy="66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302"/>
        <p:cNvGrpSpPr/>
        <p:nvPr/>
      </p:nvGrpSpPr>
      <p:grpSpPr>
        <a:xfrm>
          <a:off x="0" y="0"/>
          <a:ext cx="0" cy="0"/>
          <a:chOff x="0" y="0"/>
          <a:chExt cx="0" cy="0"/>
        </a:xfrm>
      </p:grpSpPr>
      <p:sp>
        <p:nvSpPr>
          <p:cNvPr id="303" name="Google Shape;303;p29"/>
          <p:cNvSpPr txBox="1">
            <a:spLocks noGrp="1"/>
          </p:cNvSpPr>
          <p:nvPr>
            <p:ph type="title" hasCustomPrompt="1"/>
          </p:nvPr>
        </p:nvSpPr>
        <p:spPr>
          <a:xfrm>
            <a:off x="4351975" y="638350"/>
            <a:ext cx="4078800" cy="768900"/>
          </a:xfrm>
          <a:prstGeom prst="rect">
            <a:avLst/>
          </a:prstGeom>
          <a:noFill/>
        </p:spPr>
        <p:txBody>
          <a:bodyPr spcFirstLastPara="1" wrap="square" lIns="91425" tIns="91425" rIns="91425" bIns="91425" anchor="b" anchorCtr="0">
            <a:noAutofit/>
          </a:bodyPr>
          <a:lstStyle>
            <a:lvl1pPr lvl="0" algn="l" rtl="0">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04" name="Google Shape;304;p29"/>
          <p:cNvSpPr txBox="1">
            <a:spLocks noGrp="1"/>
          </p:cNvSpPr>
          <p:nvPr>
            <p:ph type="subTitle" idx="1"/>
          </p:nvPr>
        </p:nvSpPr>
        <p:spPr>
          <a:xfrm>
            <a:off x="4351975" y="1327275"/>
            <a:ext cx="4078800" cy="4191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400"/>
              <a:buNone/>
              <a:defRPr sz="1600"/>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305" name="Google Shape;305;p29"/>
          <p:cNvSpPr txBox="1">
            <a:spLocks noGrp="1"/>
          </p:cNvSpPr>
          <p:nvPr>
            <p:ph type="title" idx="2" hasCustomPrompt="1"/>
          </p:nvPr>
        </p:nvSpPr>
        <p:spPr>
          <a:xfrm>
            <a:off x="4351975" y="1990612"/>
            <a:ext cx="4078800" cy="768900"/>
          </a:xfrm>
          <a:prstGeom prst="rect">
            <a:avLst/>
          </a:prstGeom>
          <a:noFill/>
        </p:spPr>
        <p:txBody>
          <a:bodyPr spcFirstLastPara="1" wrap="square" lIns="91425" tIns="91425" rIns="91425" bIns="91425" anchor="b" anchorCtr="0">
            <a:noAutofit/>
          </a:bodyPr>
          <a:lstStyle>
            <a:lvl1pPr lvl="0" algn="l" rtl="0">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06" name="Google Shape;306;p29"/>
          <p:cNvSpPr txBox="1">
            <a:spLocks noGrp="1"/>
          </p:cNvSpPr>
          <p:nvPr>
            <p:ph type="subTitle" idx="3"/>
          </p:nvPr>
        </p:nvSpPr>
        <p:spPr>
          <a:xfrm>
            <a:off x="4351975" y="2679529"/>
            <a:ext cx="4078800" cy="4191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400"/>
              <a:buNone/>
              <a:defRPr sz="1600"/>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307" name="Google Shape;307;p29"/>
          <p:cNvSpPr txBox="1">
            <a:spLocks noGrp="1"/>
          </p:cNvSpPr>
          <p:nvPr>
            <p:ph type="title" idx="4" hasCustomPrompt="1"/>
          </p:nvPr>
        </p:nvSpPr>
        <p:spPr>
          <a:xfrm>
            <a:off x="4351975" y="3342874"/>
            <a:ext cx="4078800" cy="768900"/>
          </a:xfrm>
          <a:prstGeom prst="rect">
            <a:avLst/>
          </a:prstGeom>
          <a:noFill/>
        </p:spPr>
        <p:txBody>
          <a:bodyPr spcFirstLastPara="1" wrap="square" lIns="91425" tIns="91425" rIns="91425" bIns="91425" anchor="b" anchorCtr="0">
            <a:noAutofit/>
          </a:bodyPr>
          <a:lstStyle>
            <a:lvl1pPr lvl="0" algn="l" rtl="0">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08" name="Google Shape;308;p29"/>
          <p:cNvSpPr txBox="1">
            <a:spLocks noGrp="1"/>
          </p:cNvSpPr>
          <p:nvPr>
            <p:ph type="subTitle" idx="5"/>
          </p:nvPr>
        </p:nvSpPr>
        <p:spPr>
          <a:xfrm>
            <a:off x="4351975" y="4031799"/>
            <a:ext cx="4078800" cy="4191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400"/>
              <a:buNone/>
              <a:defRPr sz="1600"/>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13"/>
        <p:cNvGrpSpPr/>
        <p:nvPr/>
      </p:nvGrpSpPr>
      <p:grpSpPr>
        <a:xfrm>
          <a:off x="0" y="0"/>
          <a:ext cx="0" cy="0"/>
          <a:chOff x="0" y="0"/>
          <a:chExt cx="0" cy="0"/>
        </a:xfrm>
      </p:grpSpPr>
      <p:grpSp>
        <p:nvGrpSpPr>
          <p:cNvPr id="314" name="Google Shape;314;p31"/>
          <p:cNvGrpSpPr/>
          <p:nvPr/>
        </p:nvGrpSpPr>
        <p:grpSpPr>
          <a:xfrm>
            <a:off x="-247298" y="-446215"/>
            <a:ext cx="9638610" cy="6030088"/>
            <a:chOff x="-247298" y="-446215"/>
            <a:chExt cx="9638610" cy="6030088"/>
          </a:xfrm>
        </p:grpSpPr>
        <p:sp>
          <p:nvSpPr>
            <p:cNvPr id="315" name="Google Shape;315;p31"/>
            <p:cNvSpPr/>
            <p:nvPr/>
          </p:nvSpPr>
          <p:spPr>
            <a:xfrm>
              <a:off x="-125573"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1"/>
            <p:cNvSpPr/>
            <p:nvPr/>
          </p:nvSpPr>
          <p:spPr>
            <a:xfrm>
              <a:off x="-125583"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1"/>
            <p:cNvSpPr/>
            <p:nvPr/>
          </p:nvSpPr>
          <p:spPr>
            <a:xfrm rot="10800000" flipH="1">
              <a:off x="-247298"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1"/>
            <p:cNvSpPr/>
            <p:nvPr/>
          </p:nvSpPr>
          <p:spPr>
            <a:xfrm rot="10800000" flipH="1">
              <a:off x="346967" y="-4462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1"/>
            <p:cNvSpPr/>
            <p:nvPr/>
          </p:nvSpPr>
          <p:spPr>
            <a:xfrm rot="10800000">
              <a:off x="7958317" y="-42862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1"/>
            <p:cNvSpPr/>
            <p:nvPr/>
          </p:nvSpPr>
          <p:spPr>
            <a:xfrm rot="10800000">
              <a:off x="8552602"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1"/>
            <p:cNvSpPr/>
            <p:nvPr/>
          </p:nvSpPr>
          <p:spPr>
            <a:xfrm>
              <a:off x="8430777"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1"/>
            <p:cNvSpPr/>
            <p:nvPr/>
          </p:nvSpPr>
          <p:spPr>
            <a:xfrm>
              <a:off x="8430767"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23"/>
        <p:cNvGrpSpPr/>
        <p:nvPr/>
      </p:nvGrpSpPr>
      <p:grpSpPr>
        <a:xfrm>
          <a:off x="0" y="0"/>
          <a:ext cx="0" cy="0"/>
          <a:chOff x="0" y="0"/>
          <a:chExt cx="0" cy="0"/>
        </a:xfrm>
      </p:grpSpPr>
      <p:grpSp>
        <p:nvGrpSpPr>
          <p:cNvPr id="324" name="Google Shape;324;p32"/>
          <p:cNvGrpSpPr/>
          <p:nvPr/>
        </p:nvGrpSpPr>
        <p:grpSpPr>
          <a:xfrm>
            <a:off x="-476796" y="2900252"/>
            <a:ext cx="10097585" cy="2865204"/>
            <a:chOff x="-476796" y="2900252"/>
            <a:chExt cx="10097585" cy="2865204"/>
          </a:xfrm>
        </p:grpSpPr>
        <p:grpSp>
          <p:nvGrpSpPr>
            <p:cNvPr id="325" name="Google Shape;325;p32"/>
            <p:cNvGrpSpPr/>
            <p:nvPr/>
          </p:nvGrpSpPr>
          <p:grpSpPr>
            <a:xfrm>
              <a:off x="-476796" y="2900252"/>
              <a:ext cx="10097585" cy="2865204"/>
              <a:chOff x="-476796" y="2900252"/>
              <a:chExt cx="10097585" cy="2865204"/>
            </a:xfrm>
          </p:grpSpPr>
          <p:sp>
            <p:nvSpPr>
              <p:cNvPr id="326" name="Google Shape;326;p32"/>
              <p:cNvSpPr/>
              <p:nvPr/>
            </p:nvSpPr>
            <p:spPr>
              <a:xfrm rot="10800000" flipH="1">
                <a:off x="-266661" y="29002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2"/>
              <p:cNvSpPr/>
              <p:nvPr/>
            </p:nvSpPr>
            <p:spPr>
              <a:xfrm>
                <a:off x="-90736" y="442524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2"/>
              <p:cNvSpPr/>
              <p:nvPr/>
            </p:nvSpPr>
            <p:spPr>
              <a:xfrm>
                <a:off x="-476796" y="352281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2"/>
              <p:cNvSpPr/>
              <p:nvPr/>
            </p:nvSpPr>
            <p:spPr>
              <a:xfrm rot="10800000">
                <a:off x="8571944" y="29002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2"/>
              <p:cNvSpPr/>
              <p:nvPr/>
            </p:nvSpPr>
            <p:spPr>
              <a:xfrm flipH="1">
                <a:off x="8396019" y="442524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2"/>
              <p:cNvSpPr/>
              <p:nvPr/>
            </p:nvSpPr>
            <p:spPr>
              <a:xfrm flipH="1">
                <a:off x="8782079" y="352281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2"/>
              <p:cNvSpPr/>
              <p:nvPr/>
            </p:nvSpPr>
            <p:spPr>
              <a:xfrm rot="10800000">
                <a:off x="8009979" y="47973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3" name="Google Shape;333;p32"/>
            <p:cNvSpPr/>
            <p:nvPr/>
          </p:nvSpPr>
          <p:spPr>
            <a:xfrm rot="10800000" flipH="1">
              <a:off x="293867" y="47973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500"/>
              <a:buFont typeface="Outfit"/>
              <a:buNone/>
              <a:defRPr sz="3500" b="1">
                <a:solidFill>
                  <a:schemeClr val="dk1"/>
                </a:solidFill>
                <a:latin typeface="Outfit"/>
                <a:ea typeface="Outfit"/>
                <a:cs typeface="Outfit"/>
                <a:sym typeface="Outfit"/>
              </a:defRPr>
            </a:lvl1pPr>
            <a:lvl2pPr lvl="1"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2pPr>
            <a:lvl3pPr lvl="2"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3pPr>
            <a:lvl4pPr lvl="3"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4pPr>
            <a:lvl5pPr lvl="4"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5pPr>
            <a:lvl6pPr lvl="5"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6pPr>
            <a:lvl7pPr lvl="6"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7pPr>
            <a:lvl8pPr lvl="7"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8pPr>
            <a:lvl9pPr lvl="8"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marL="914400" lvl="1"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marL="1371600" lvl="2"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marL="1828800" lvl="3"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marL="2286000" lvl="4"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marL="2743200" lvl="5"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marL="3200400" lvl="6"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marL="3657600" lvl="7"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marL="4114800" lvl="8"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4" r:id="rId5"/>
    <p:sldLayoutId id="2147483658" r:id="rId6"/>
    <p:sldLayoutId id="2147483659" r:id="rId7"/>
    <p:sldLayoutId id="2147483660" r:id="rId8"/>
    <p:sldLayoutId id="2147483663" r:id="rId9"/>
    <p:sldLayoutId id="2147483665" r:id="rId10"/>
    <p:sldLayoutId id="2147483671" r:id="rId11"/>
    <p:sldLayoutId id="2147483672" r:id="rId12"/>
    <p:sldLayoutId id="2147483675" r:id="rId13"/>
    <p:sldLayoutId id="2147483677" r:id="rId14"/>
    <p:sldLayoutId id="2147483678"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9.xml"/><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9.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9.xml"/><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9.xm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9.xml"/><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9.xml"/><Relationship Id="rId5" Type="http://schemas.openxmlformats.org/officeDocument/2006/relationships/image" Target="../media/image32.png"/><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10.xml"/><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43">
          <a:extLst>
            <a:ext uri="{FF2B5EF4-FFF2-40B4-BE49-F238E27FC236}">
              <a16:creationId xmlns:a16="http://schemas.microsoft.com/office/drawing/2014/main" id="{E55E49E2-E411-3492-1719-4BC13B6DA8CD}"/>
            </a:ext>
          </a:extLst>
        </p:cNvPr>
        <p:cNvGrpSpPr/>
        <p:nvPr/>
      </p:nvGrpSpPr>
      <p:grpSpPr>
        <a:xfrm>
          <a:off x="0" y="0"/>
          <a:ext cx="0" cy="0"/>
          <a:chOff x="0" y="0"/>
          <a:chExt cx="0" cy="0"/>
        </a:xfrm>
      </p:grpSpPr>
      <p:sp>
        <p:nvSpPr>
          <p:cNvPr id="344" name="Google Shape;344;p36">
            <a:extLst>
              <a:ext uri="{FF2B5EF4-FFF2-40B4-BE49-F238E27FC236}">
                <a16:creationId xmlns:a16="http://schemas.microsoft.com/office/drawing/2014/main" id="{8F4D3444-E9D8-5029-94A3-58BCCD82A414}"/>
              </a:ext>
            </a:extLst>
          </p:cNvPr>
          <p:cNvSpPr txBox="1">
            <a:spLocks noGrp="1"/>
          </p:cNvSpPr>
          <p:nvPr>
            <p:ph type="ctrTitle"/>
          </p:nvPr>
        </p:nvSpPr>
        <p:spPr>
          <a:xfrm>
            <a:off x="713225" y="1156000"/>
            <a:ext cx="4160700" cy="2385600"/>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 sz="3600" dirty="0"/>
              <a:t>Le conseguenze del covid-19</a:t>
            </a:r>
            <a:br>
              <a:rPr lang="en" b="1" dirty="0"/>
            </a:br>
            <a:br>
              <a:rPr lang="en" sz="2200" dirty="0"/>
            </a:br>
            <a:r>
              <a:rPr lang="en" sz="2200" dirty="0"/>
              <a:t>Data Mining project</a:t>
            </a:r>
            <a:endParaRPr sz="4800" dirty="0"/>
          </a:p>
        </p:txBody>
      </p:sp>
      <p:sp>
        <p:nvSpPr>
          <p:cNvPr id="345" name="Google Shape;345;p36">
            <a:extLst>
              <a:ext uri="{FF2B5EF4-FFF2-40B4-BE49-F238E27FC236}">
                <a16:creationId xmlns:a16="http://schemas.microsoft.com/office/drawing/2014/main" id="{EC43D860-20DD-9CAE-54F7-73FEE22D26A8}"/>
              </a:ext>
            </a:extLst>
          </p:cNvPr>
          <p:cNvSpPr txBox="1">
            <a:spLocks noGrp="1"/>
          </p:cNvSpPr>
          <p:nvPr>
            <p:ph type="subTitle" idx="1"/>
          </p:nvPr>
        </p:nvSpPr>
        <p:spPr>
          <a:xfrm>
            <a:off x="713225" y="3541600"/>
            <a:ext cx="4160700" cy="42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Autore: Detomaso Gabriele</a:t>
            </a:r>
            <a:endParaRPr dirty="0"/>
          </a:p>
        </p:txBody>
      </p:sp>
      <p:cxnSp>
        <p:nvCxnSpPr>
          <p:cNvPr id="346" name="Google Shape;346;p36">
            <a:extLst>
              <a:ext uri="{FF2B5EF4-FFF2-40B4-BE49-F238E27FC236}">
                <a16:creationId xmlns:a16="http://schemas.microsoft.com/office/drawing/2014/main" id="{2D7ED193-799E-28F2-ABB5-4CCF57EB06FF}"/>
              </a:ext>
            </a:extLst>
          </p:cNvPr>
          <p:cNvCxnSpPr/>
          <p:nvPr/>
        </p:nvCxnSpPr>
        <p:spPr>
          <a:xfrm>
            <a:off x="823425" y="987213"/>
            <a:ext cx="373500" cy="0"/>
          </a:xfrm>
          <a:prstGeom prst="straightConnector1">
            <a:avLst/>
          </a:prstGeom>
          <a:noFill/>
          <a:ln w="19050" cap="flat" cmpd="sng">
            <a:solidFill>
              <a:schemeClr val="dk1"/>
            </a:solidFill>
            <a:prstDash val="solid"/>
            <a:round/>
            <a:headEnd type="none" w="med" len="med"/>
            <a:tailEnd type="none" w="med" len="med"/>
          </a:ln>
        </p:spPr>
      </p:cxnSp>
      <p:grpSp>
        <p:nvGrpSpPr>
          <p:cNvPr id="347" name="Google Shape;347;p36">
            <a:extLst>
              <a:ext uri="{FF2B5EF4-FFF2-40B4-BE49-F238E27FC236}">
                <a16:creationId xmlns:a16="http://schemas.microsoft.com/office/drawing/2014/main" id="{B05E267F-ADAA-7FC9-CD1D-0F6C2ED84FBD}"/>
              </a:ext>
            </a:extLst>
          </p:cNvPr>
          <p:cNvGrpSpPr/>
          <p:nvPr/>
        </p:nvGrpSpPr>
        <p:grpSpPr>
          <a:xfrm>
            <a:off x="5115337" y="-428624"/>
            <a:ext cx="4275118" cy="6450405"/>
            <a:chOff x="5115337" y="-428624"/>
            <a:chExt cx="4275118" cy="6450405"/>
          </a:xfrm>
        </p:grpSpPr>
        <p:sp>
          <p:nvSpPr>
            <p:cNvPr id="348" name="Google Shape;348;p36">
              <a:extLst>
                <a:ext uri="{FF2B5EF4-FFF2-40B4-BE49-F238E27FC236}">
                  <a16:creationId xmlns:a16="http://schemas.microsoft.com/office/drawing/2014/main" id="{5B037C1F-3F06-FF41-194F-05E5848B3330}"/>
                </a:ext>
              </a:extLst>
            </p:cNvPr>
            <p:cNvSpPr/>
            <p:nvPr/>
          </p:nvSpPr>
          <p:spPr>
            <a:xfrm rot="10800000" flipH="1">
              <a:off x="8492525" y="-19272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36">
              <a:extLst>
                <a:ext uri="{FF2B5EF4-FFF2-40B4-BE49-F238E27FC236}">
                  <a16:creationId xmlns:a16="http://schemas.microsoft.com/office/drawing/2014/main" id="{70A7ADA5-DA15-ACB6-EE57-849B7D8BB6F0}"/>
                </a:ext>
              </a:extLst>
            </p:cNvPr>
            <p:cNvSpPr/>
            <p:nvPr/>
          </p:nvSpPr>
          <p:spPr>
            <a:xfrm>
              <a:off x="8551745" y="326783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36">
              <a:extLst>
                <a:ext uri="{FF2B5EF4-FFF2-40B4-BE49-F238E27FC236}">
                  <a16:creationId xmlns:a16="http://schemas.microsoft.com/office/drawing/2014/main" id="{731B664F-74FF-A707-A718-6C065BB83C0C}"/>
                </a:ext>
              </a:extLst>
            </p:cNvPr>
            <p:cNvSpPr/>
            <p:nvPr/>
          </p:nvSpPr>
          <p:spPr>
            <a:xfrm>
              <a:off x="6606686" y="254737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36">
              <a:extLst>
                <a:ext uri="{FF2B5EF4-FFF2-40B4-BE49-F238E27FC236}">
                  <a16:creationId xmlns:a16="http://schemas.microsoft.com/office/drawing/2014/main" id="{440A447F-3D42-F04B-C7FE-A01F77647C07}"/>
                </a:ext>
              </a:extLst>
            </p:cNvPr>
            <p:cNvSpPr/>
            <p:nvPr/>
          </p:nvSpPr>
          <p:spPr>
            <a:xfrm>
              <a:off x="7103477" y="-1533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36">
              <a:extLst>
                <a:ext uri="{FF2B5EF4-FFF2-40B4-BE49-F238E27FC236}">
                  <a16:creationId xmlns:a16="http://schemas.microsoft.com/office/drawing/2014/main" id="{985388A1-DAC0-9A09-A11C-C7DAA1FCE362}"/>
                </a:ext>
              </a:extLst>
            </p:cNvPr>
            <p:cNvSpPr/>
            <p:nvPr/>
          </p:nvSpPr>
          <p:spPr>
            <a:xfrm>
              <a:off x="6684072" y="31846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36">
              <a:extLst>
                <a:ext uri="{FF2B5EF4-FFF2-40B4-BE49-F238E27FC236}">
                  <a16:creationId xmlns:a16="http://schemas.microsoft.com/office/drawing/2014/main" id="{BFBE088E-8D00-E633-0C12-7E82244D7E58}"/>
                </a:ext>
              </a:extLst>
            </p:cNvPr>
            <p:cNvSpPr/>
            <p:nvPr/>
          </p:nvSpPr>
          <p:spPr>
            <a:xfrm>
              <a:off x="6109895" y="11940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36">
              <a:extLst>
                <a:ext uri="{FF2B5EF4-FFF2-40B4-BE49-F238E27FC236}">
                  <a16:creationId xmlns:a16="http://schemas.microsoft.com/office/drawing/2014/main" id="{070E8862-498B-C095-184F-42920BB0FEE7}"/>
                </a:ext>
              </a:extLst>
            </p:cNvPr>
            <p:cNvSpPr/>
            <p:nvPr/>
          </p:nvSpPr>
          <p:spPr>
            <a:xfrm>
              <a:off x="6109895" y="69774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36">
              <a:extLst>
                <a:ext uri="{FF2B5EF4-FFF2-40B4-BE49-F238E27FC236}">
                  <a16:creationId xmlns:a16="http://schemas.microsoft.com/office/drawing/2014/main" id="{DD1946BE-B81F-5C04-22DE-CCABB78E1A94}"/>
                </a:ext>
              </a:extLst>
            </p:cNvPr>
            <p:cNvSpPr/>
            <p:nvPr/>
          </p:nvSpPr>
          <p:spPr>
            <a:xfrm>
              <a:off x="7587339" y="11940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36">
              <a:extLst>
                <a:ext uri="{FF2B5EF4-FFF2-40B4-BE49-F238E27FC236}">
                  <a16:creationId xmlns:a16="http://schemas.microsoft.com/office/drawing/2014/main" id="{232D9546-AF71-230A-CDA5-3E71CD8E470D}"/>
                </a:ext>
              </a:extLst>
            </p:cNvPr>
            <p:cNvSpPr/>
            <p:nvPr/>
          </p:nvSpPr>
          <p:spPr>
            <a:xfrm>
              <a:off x="5634170" y="-42862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6">
              <a:extLst>
                <a:ext uri="{FF2B5EF4-FFF2-40B4-BE49-F238E27FC236}">
                  <a16:creationId xmlns:a16="http://schemas.microsoft.com/office/drawing/2014/main" id="{198F8AAC-CD9E-4FA4-28E0-BF4B25B127B5}"/>
                </a:ext>
              </a:extLst>
            </p:cNvPr>
            <p:cNvSpPr/>
            <p:nvPr/>
          </p:nvSpPr>
          <p:spPr>
            <a:xfrm>
              <a:off x="7017892" y="207505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6">
              <a:extLst>
                <a:ext uri="{FF2B5EF4-FFF2-40B4-BE49-F238E27FC236}">
                  <a16:creationId xmlns:a16="http://schemas.microsoft.com/office/drawing/2014/main" id="{9F1C54DB-FE45-AA28-37EB-D4DE295EDDBE}"/>
                </a:ext>
              </a:extLst>
            </p:cNvPr>
            <p:cNvSpPr/>
            <p:nvPr/>
          </p:nvSpPr>
          <p:spPr>
            <a:xfrm>
              <a:off x="5193798" y="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6">
              <a:extLst>
                <a:ext uri="{FF2B5EF4-FFF2-40B4-BE49-F238E27FC236}">
                  <a16:creationId xmlns:a16="http://schemas.microsoft.com/office/drawing/2014/main" id="{1DD17426-E9BE-AC3E-882B-CA8765FA1308}"/>
                </a:ext>
              </a:extLst>
            </p:cNvPr>
            <p:cNvSpPr/>
            <p:nvPr/>
          </p:nvSpPr>
          <p:spPr>
            <a:xfrm>
              <a:off x="8068891" y="16222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36">
              <a:extLst>
                <a:ext uri="{FF2B5EF4-FFF2-40B4-BE49-F238E27FC236}">
                  <a16:creationId xmlns:a16="http://schemas.microsoft.com/office/drawing/2014/main" id="{3D1B56CE-C5B2-794F-62AD-83FD5A89C188}"/>
                </a:ext>
              </a:extLst>
            </p:cNvPr>
            <p:cNvSpPr/>
            <p:nvPr/>
          </p:nvSpPr>
          <p:spPr>
            <a:xfrm rot="10800000" flipH="1">
              <a:off x="5115337" y="365597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36">
              <a:extLst>
                <a:ext uri="{FF2B5EF4-FFF2-40B4-BE49-F238E27FC236}">
                  <a16:creationId xmlns:a16="http://schemas.microsoft.com/office/drawing/2014/main" id="{327F7C5E-D91A-AF71-A6EE-1698DFC0972A}"/>
                </a:ext>
              </a:extLst>
            </p:cNvPr>
            <p:cNvSpPr/>
            <p:nvPr/>
          </p:nvSpPr>
          <p:spPr>
            <a:xfrm rot="10800000" flipH="1">
              <a:off x="6606680" y="392470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36">
              <a:extLst>
                <a:ext uri="{FF2B5EF4-FFF2-40B4-BE49-F238E27FC236}">
                  <a16:creationId xmlns:a16="http://schemas.microsoft.com/office/drawing/2014/main" id="{4EBCC0B2-3301-A07B-251B-0F64A1162364}"/>
                </a:ext>
              </a:extLst>
            </p:cNvPr>
            <p:cNvSpPr/>
            <p:nvPr/>
          </p:nvSpPr>
          <p:spPr>
            <a:xfrm rot="10800000" flipH="1">
              <a:off x="5983934" y="505366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36">
              <a:extLst>
                <a:ext uri="{FF2B5EF4-FFF2-40B4-BE49-F238E27FC236}">
                  <a16:creationId xmlns:a16="http://schemas.microsoft.com/office/drawing/2014/main" id="{23EBACC5-4395-2CD3-2321-16F9EDF4F8EB}"/>
                </a:ext>
              </a:extLst>
            </p:cNvPr>
            <p:cNvSpPr/>
            <p:nvPr/>
          </p:nvSpPr>
          <p:spPr>
            <a:xfrm rot="10800000" flipH="1">
              <a:off x="7178797" y="353334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36">
              <a:extLst>
                <a:ext uri="{FF2B5EF4-FFF2-40B4-BE49-F238E27FC236}">
                  <a16:creationId xmlns:a16="http://schemas.microsoft.com/office/drawing/2014/main" id="{C35110FB-7287-326A-2488-669D1C602A3E}"/>
                </a:ext>
              </a:extLst>
            </p:cNvPr>
            <p:cNvSpPr/>
            <p:nvPr/>
          </p:nvSpPr>
          <p:spPr>
            <a:xfrm rot="10800000" flipH="1">
              <a:off x="6606686" y="4609409"/>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36">
              <a:extLst>
                <a:ext uri="{FF2B5EF4-FFF2-40B4-BE49-F238E27FC236}">
                  <a16:creationId xmlns:a16="http://schemas.microsoft.com/office/drawing/2014/main" id="{5C5113DA-6213-0499-0581-4FC551CFDE79}"/>
                </a:ext>
              </a:extLst>
            </p:cNvPr>
            <p:cNvSpPr/>
            <p:nvPr/>
          </p:nvSpPr>
          <p:spPr>
            <a:xfrm rot="10800000" flipH="1">
              <a:off x="5526543" y="412830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36">
              <a:extLst>
                <a:ext uri="{FF2B5EF4-FFF2-40B4-BE49-F238E27FC236}">
                  <a16:creationId xmlns:a16="http://schemas.microsoft.com/office/drawing/2014/main" id="{12AB8017-6F65-66F8-1403-0DDB26A7D200}"/>
                </a:ext>
              </a:extLst>
            </p:cNvPr>
            <p:cNvSpPr/>
            <p:nvPr/>
          </p:nvSpPr>
          <p:spPr>
            <a:xfrm>
              <a:off x="8117298" y="285223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6">
              <a:extLst>
                <a:ext uri="{FF2B5EF4-FFF2-40B4-BE49-F238E27FC236}">
                  <a16:creationId xmlns:a16="http://schemas.microsoft.com/office/drawing/2014/main" id="{BF876F60-66C5-3AA5-F3C8-96B7C6A452DB}"/>
                </a:ext>
              </a:extLst>
            </p:cNvPr>
            <p:cNvSpPr/>
            <p:nvPr/>
          </p:nvSpPr>
          <p:spPr>
            <a:xfrm>
              <a:off x="8172542" y="30360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432016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0">
          <a:extLst>
            <a:ext uri="{FF2B5EF4-FFF2-40B4-BE49-F238E27FC236}">
              <a16:creationId xmlns:a16="http://schemas.microsoft.com/office/drawing/2014/main" id="{7D1AEA52-FC59-6E3C-188D-59E3CEEDB9F4}"/>
            </a:ext>
          </a:extLst>
        </p:cNvPr>
        <p:cNvGrpSpPr/>
        <p:nvPr/>
      </p:nvGrpSpPr>
      <p:grpSpPr>
        <a:xfrm>
          <a:off x="0" y="0"/>
          <a:ext cx="0" cy="0"/>
          <a:chOff x="0" y="0"/>
          <a:chExt cx="0" cy="0"/>
        </a:xfrm>
      </p:grpSpPr>
      <p:sp>
        <p:nvSpPr>
          <p:cNvPr id="381" name="Google Shape;381;p38">
            <a:extLst>
              <a:ext uri="{FF2B5EF4-FFF2-40B4-BE49-F238E27FC236}">
                <a16:creationId xmlns:a16="http://schemas.microsoft.com/office/drawing/2014/main" id="{AD000D15-50F7-5E79-674B-BBD65E85596A}"/>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Contenuti</a:t>
            </a:r>
            <a:endParaRPr dirty="0"/>
          </a:p>
        </p:txBody>
      </p:sp>
      <p:sp>
        <p:nvSpPr>
          <p:cNvPr id="388" name="Google Shape;388;p38">
            <a:extLst>
              <a:ext uri="{FF2B5EF4-FFF2-40B4-BE49-F238E27FC236}">
                <a16:creationId xmlns:a16="http://schemas.microsoft.com/office/drawing/2014/main" id="{025D6A35-9C3A-DBEB-4653-27A878A53D6E}"/>
              </a:ext>
            </a:extLst>
          </p:cNvPr>
          <p:cNvSpPr txBox="1">
            <a:spLocks noGrp="1"/>
          </p:cNvSpPr>
          <p:nvPr>
            <p:ph type="title" idx="7"/>
          </p:nvPr>
        </p:nvSpPr>
        <p:spPr>
          <a:xfrm>
            <a:off x="1505400" y="1206926"/>
            <a:ext cx="7347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a:t>
            </a:r>
            <a:endParaRPr dirty="0"/>
          </a:p>
        </p:txBody>
      </p:sp>
      <p:sp>
        <p:nvSpPr>
          <p:cNvPr id="389" name="Google Shape;389;p38">
            <a:extLst>
              <a:ext uri="{FF2B5EF4-FFF2-40B4-BE49-F238E27FC236}">
                <a16:creationId xmlns:a16="http://schemas.microsoft.com/office/drawing/2014/main" id="{2CC3D357-06A7-CFBC-A74E-67AAB6237C42}"/>
              </a:ext>
            </a:extLst>
          </p:cNvPr>
          <p:cNvSpPr txBox="1">
            <a:spLocks noGrp="1"/>
          </p:cNvSpPr>
          <p:nvPr>
            <p:ph type="title" idx="8"/>
          </p:nvPr>
        </p:nvSpPr>
        <p:spPr>
          <a:xfrm>
            <a:off x="1505400" y="2939527"/>
            <a:ext cx="7347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03</a:t>
            </a:r>
            <a:endParaRPr dirty="0"/>
          </a:p>
        </p:txBody>
      </p:sp>
      <p:sp>
        <p:nvSpPr>
          <p:cNvPr id="390" name="Google Shape;390;p38">
            <a:extLst>
              <a:ext uri="{FF2B5EF4-FFF2-40B4-BE49-F238E27FC236}">
                <a16:creationId xmlns:a16="http://schemas.microsoft.com/office/drawing/2014/main" id="{0816B877-F761-49A2-A499-EE7EEFC9ABD8}"/>
              </a:ext>
            </a:extLst>
          </p:cNvPr>
          <p:cNvSpPr txBox="1">
            <a:spLocks noGrp="1"/>
          </p:cNvSpPr>
          <p:nvPr>
            <p:ph type="title" idx="9"/>
          </p:nvPr>
        </p:nvSpPr>
        <p:spPr>
          <a:xfrm>
            <a:off x="4204671" y="1206926"/>
            <a:ext cx="7347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01</a:t>
            </a:r>
            <a:endParaRPr dirty="0"/>
          </a:p>
        </p:txBody>
      </p:sp>
      <p:sp>
        <p:nvSpPr>
          <p:cNvPr id="391" name="Google Shape;391;p38">
            <a:extLst>
              <a:ext uri="{FF2B5EF4-FFF2-40B4-BE49-F238E27FC236}">
                <a16:creationId xmlns:a16="http://schemas.microsoft.com/office/drawing/2014/main" id="{B4600E85-AE6C-F9E8-A383-C23882187728}"/>
              </a:ext>
            </a:extLst>
          </p:cNvPr>
          <p:cNvSpPr txBox="1">
            <a:spLocks noGrp="1"/>
          </p:cNvSpPr>
          <p:nvPr>
            <p:ph type="title" idx="13"/>
          </p:nvPr>
        </p:nvSpPr>
        <p:spPr>
          <a:xfrm>
            <a:off x="4204671" y="2939527"/>
            <a:ext cx="7347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04</a:t>
            </a:r>
            <a:endParaRPr dirty="0"/>
          </a:p>
        </p:txBody>
      </p:sp>
      <p:sp>
        <p:nvSpPr>
          <p:cNvPr id="392" name="Google Shape;392;p38">
            <a:extLst>
              <a:ext uri="{FF2B5EF4-FFF2-40B4-BE49-F238E27FC236}">
                <a16:creationId xmlns:a16="http://schemas.microsoft.com/office/drawing/2014/main" id="{EF32E327-C78E-69ED-CDA0-62F6529B08DD}"/>
              </a:ext>
            </a:extLst>
          </p:cNvPr>
          <p:cNvSpPr txBox="1">
            <a:spLocks noGrp="1"/>
          </p:cNvSpPr>
          <p:nvPr>
            <p:ph type="title" idx="14"/>
          </p:nvPr>
        </p:nvSpPr>
        <p:spPr>
          <a:xfrm>
            <a:off x="6903950" y="1206926"/>
            <a:ext cx="7347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02</a:t>
            </a:r>
            <a:endParaRPr dirty="0"/>
          </a:p>
        </p:txBody>
      </p:sp>
      <p:sp>
        <p:nvSpPr>
          <p:cNvPr id="393" name="Google Shape;393;p38">
            <a:extLst>
              <a:ext uri="{FF2B5EF4-FFF2-40B4-BE49-F238E27FC236}">
                <a16:creationId xmlns:a16="http://schemas.microsoft.com/office/drawing/2014/main" id="{1E7E2A7C-CEEC-844B-A18D-A6E462D9BDC7}"/>
              </a:ext>
            </a:extLst>
          </p:cNvPr>
          <p:cNvSpPr txBox="1">
            <a:spLocks noGrp="1"/>
          </p:cNvSpPr>
          <p:nvPr>
            <p:ph type="title" idx="15"/>
          </p:nvPr>
        </p:nvSpPr>
        <p:spPr>
          <a:xfrm>
            <a:off x="6903950" y="2939527"/>
            <a:ext cx="7347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05</a:t>
            </a:r>
            <a:endParaRPr dirty="0"/>
          </a:p>
        </p:txBody>
      </p:sp>
      <p:sp>
        <p:nvSpPr>
          <p:cNvPr id="394" name="Google Shape;394;p38">
            <a:extLst>
              <a:ext uri="{FF2B5EF4-FFF2-40B4-BE49-F238E27FC236}">
                <a16:creationId xmlns:a16="http://schemas.microsoft.com/office/drawing/2014/main" id="{5F3D73BD-E7F2-7EC9-0779-EDF9BB7DB199}"/>
              </a:ext>
            </a:extLst>
          </p:cNvPr>
          <p:cNvSpPr txBox="1">
            <a:spLocks noGrp="1"/>
          </p:cNvSpPr>
          <p:nvPr>
            <p:ph type="subTitle" idx="16"/>
          </p:nvPr>
        </p:nvSpPr>
        <p:spPr>
          <a:xfrm>
            <a:off x="720000" y="1801112"/>
            <a:ext cx="23055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Introduzione</a:t>
            </a:r>
            <a:endParaRPr dirty="0"/>
          </a:p>
        </p:txBody>
      </p:sp>
      <p:sp>
        <p:nvSpPr>
          <p:cNvPr id="395" name="Google Shape;395;p38">
            <a:extLst>
              <a:ext uri="{FF2B5EF4-FFF2-40B4-BE49-F238E27FC236}">
                <a16:creationId xmlns:a16="http://schemas.microsoft.com/office/drawing/2014/main" id="{1542E140-3014-94E1-E860-E5ADADA1D9B6}"/>
              </a:ext>
            </a:extLst>
          </p:cNvPr>
          <p:cNvSpPr txBox="1">
            <a:spLocks noGrp="1"/>
          </p:cNvSpPr>
          <p:nvPr>
            <p:ph type="subTitle" idx="17"/>
          </p:nvPr>
        </p:nvSpPr>
        <p:spPr>
          <a:xfrm>
            <a:off x="3419271" y="1801111"/>
            <a:ext cx="2305500" cy="1199263"/>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it-IT" dirty="0"/>
              <a:t>Analisi e pulizia del Dataset</a:t>
            </a:r>
            <a:endParaRPr dirty="0"/>
          </a:p>
        </p:txBody>
      </p:sp>
      <p:sp>
        <p:nvSpPr>
          <p:cNvPr id="396" name="Google Shape;396;p38">
            <a:extLst>
              <a:ext uri="{FF2B5EF4-FFF2-40B4-BE49-F238E27FC236}">
                <a16:creationId xmlns:a16="http://schemas.microsoft.com/office/drawing/2014/main" id="{507E0115-5DE6-6F5B-685E-68C1C91712B7}"/>
              </a:ext>
            </a:extLst>
          </p:cNvPr>
          <p:cNvSpPr txBox="1">
            <a:spLocks noGrp="1"/>
          </p:cNvSpPr>
          <p:nvPr>
            <p:ph type="subTitle" idx="18"/>
          </p:nvPr>
        </p:nvSpPr>
        <p:spPr>
          <a:xfrm>
            <a:off x="6118549" y="1801112"/>
            <a:ext cx="2305500" cy="913513"/>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it-IT" dirty="0"/>
              <a:t>Riduzione della dimensionalità </a:t>
            </a:r>
            <a:endParaRPr dirty="0"/>
          </a:p>
        </p:txBody>
      </p:sp>
      <p:sp>
        <p:nvSpPr>
          <p:cNvPr id="397" name="Google Shape;397;p38">
            <a:extLst>
              <a:ext uri="{FF2B5EF4-FFF2-40B4-BE49-F238E27FC236}">
                <a16:creationId xmlns:a16="http://schemas.microsoft.com/office/drawing/2014/main" id="{3EBC336A-E953-6380-863C-89DC49474FA7}"/>
              </a:ext>
            </a:extLst>
          </p:cNvPr>
          <p:cNvSpPr txBox="1">
            <a:spLocks noGrp="1"/>
          </p:cNvSpPr>
          <p:nvPr>
            <p:ph type="subTitle" idx="19"/>
          </p:nvPr>
        </p:nvSpPr>
        <p:spPr>
          <a:xfrm>
            <a:off x="720000" y="3533775"/>
            <a:ext cx="23055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it-IT" dirty="0"/>
              <a:t>Clustering</a:t>
            </a:r>
            <a:endParaRPr dirty="0"/>
          </a:p>
        </p:txBody>
      </p:sp>
      <p:sp>
        <p:nvSpPr>
          <p:cNvPr id="398" name="Google Shape;398;p38">
            <a:extLst>
              <a:ext uri="{FF2B5EF4-FFF2-40B4-BE49-F238E27FC236}">
                <a16:creationId xmlns:a16="http://schemas.microsoft.com/office/drawing/2014/main" id="{891616A0-5DD1-C798-E151-07E5CFDEB151}"/>
              </a:ext>
            </a:extLst>
          </p:cNvPr>
          <p:cNvSpPr txBox="1">
            <a:spLocks noGrp="1"/>
          </p:cNvSpPr>
          <p:nvPr>
            <p:ph type="subTitle" idx="20"/>
          </p:nvPr>
        </p:nvSpPr>
        <p:spPr>
          <a:xfrm>
            <a:off x="3419271" y="3533775"/>
            <a:ext cx="2305500" cy="950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it-IT" dirty="0"/>
              <a:t>Regole di associazione</a:t>
            </a:r>
            <a:endParaRPr dirty="0"/>
          </a:p>
        </p:txBody>
      </p:sp>
      <p:sp>
        <p:nvSpPr>
          <p:cNvPr id="399" name="Google Shape;399;p38">
            <a:extLst>
              <a:ext uri="{FF2B5EF4-FFF2-40B4-BE49-F238E27FC236}">
                <a16:creationId xmlns:a16="http://schemas.microsoft.com/office/drawing/2014/main" id="{565780EA-8D0A-538E-25DF-F60BBA682E14}"/>
              </a:ext>
            </a:extLst>
          </p:cNvPr>
          <p:cNvSpPr txBox="1">
            <a:spLocks noGrp="1"/>
          </p:cNvSpPr>
          <p:nvPr>
            <p:ph type="subTitle" idx="21"/>
          </p:nvPr>
        </p:nvSpPr>
        <p:spPr>
          <a:xfrm>
            <a:off x="6118549" y="3533775"/>
            <a:ext cx="23055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Conclusione</a:t>
            </a:r>
            <a:endParaRPr dirty="0"/>
          </a:p>
        </p:txBody>
      </p:sp>
    </p:spTree>
    <p:extLst>
      <p:ext uri="{BB962C8B-B14F-4D97-AF65-F5344CB8AC3E}">
        <p14:creationId xmlns:p14="http://schemas.microsoft.com/office/powerpoint/2010/main" val="1640535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54">
          <a:extLst>
            <a:ext uri="{FF2B5EF4-FFF2-40B4-BE49-F238E27FC236}">
              <a16:creationId xmlns:a16="http://schemas.microsoft.com/office/drawing/2014/main" id="{D28658B5-7C3F-5C38-0138-E3ABB3129B7D}"/>
            </a:ext>
          </a:extLst>
        </p:cNvPr>
        <p:cNvGrpSpPr/>
        <p:nvPr/>
      </p:nvGrpSpPr>
      <p:grpSpPr>
        <a:xfrm>
          <a:off x="0" y="0"/>
          <a:ext cx="0" cy="0"/>
          <a:chOff x="0" y="0"/>
          <a:chExt cx="0" cy="0"/>
        </a:xfrm>
      </p:grpSpPr>
      <p:sp>
        <p:nvSpPr>
          <p:cNvPr id="455" name="Google Shape;455;p41">
            <a:extLst>
              <a:ext uri="{FF2B5EF4-FFF2-40B4-BE49-F238E27FC236}">
                <a16:creationId xmlns:a16="http://schemas.microsoft.com/office/drawing/2014/main" id="{E2B070DF-528A-B6DC-0A6A-9254DDB3E802}"/>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t-IT" dirty="0"/>
              <a:t>Introduzione</a:t>
            </a:r>
            <a:endParaRPr dirty="0"/>
          </a:p>
        </p:txBody>
      </p:sp>
      <p:sp>
        <p:nvSpPr>
          <p:cNvPr id="456" name="Google Shape;456;p41">
            <a:extLst>
              <a:ext uri="{FF2B5EF4-FFF2-40B4-BE49-F238E27FC236}">
                <a16:creationId xmlns:a16="http://schemas.microsoft.com/office/drawing/2014/main" id="{28EF3575-E231-16E0-9F12-631AE99791A7}"/>
              </a:ext>
            </a:extLst>
          </p:cNvPr>
          <p:cNvSpPr txBox="1">
            <a:spLocks noGrp="1"/>
          </p:cNvSpPr>
          <p:nvPr>
            <p:ph type="subTitle" idx="1"/>
          </p:nvPr>
        </p:nvSpPr>
        <p:spPr>
          <a:xfrm>
            <a:off x="4646250" y="1667625"/>
            <a:ext cx="3398400" cy="2075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IT" dirty="0"/>
              <a:t>In particolare, l’analisi consisterà nell’individuare gruppi omogenei di risposte (clustering) e generare, da questi, regole di associazione interessanti che permettano di </a:t>
            </a:r>
            <a:r>
              <a:rPr lang="it-IT" b="1" dirty="0"/>
              <a:t>spiegare</a:t>
            </a:r>
            <a:r>
              <a:rPr lang="it-IT" dirty="0"/>
              <a:t> </a:t>
            </a:r>
            <a:r>
              <a:rPr lang="it-IT" u="sng" dirty="0"/>
              <a:t>associazioni rilevanti di feature</a:t>
            </a:r>
            <a:r>
              <a:rPr lang="it-IT" dirty="0"/>
              <a:t> estratte dall’indagine e le  </a:t>
            </a:r>
            <a:r>
              <a:rPr lang="it-IT" u="sng" dirty="0"/>
              <a:t>conseguenze della pandemia</a:t>
            </a:r>
            <a:r>
              <a:rPr lang="it-IT" dirty="0"/>
              <a:t>.</a:t>
            </a:r>
            <a:endParaRPr dirty="0"/>
          </a:p>
        </p:txBody>
      </p:sp>
      <p:sp>
        <p:nvSpPr>
          <p:cNvPr id="457" name="Google Shape;457;p41">
            <a:extLst>
              <a:ext uri="{FF2B5EF4-FFF2-40B4-BE49-F238E27FC236}">
                <a16:creationId xmlns:a16="http://schemas.microsoft.com/office/drawing/2014/main" id="{B1C0E2BA-749B-DF67-C658-F1DED9C81F3D}"/>
              </a:ext>
            </a:extLst>
          </p:cNvPr>
          <p:cNvSpPr txBox="1">
            <a:spLocks noGrp="1"/>
          </p:cNvSpPr>
          <p:nvPr>
            <p:ph type="subTitle" idx="2"/>
          </p:nvPr>
        </p:nvSpPr>
        <p:spPr>
          <a:xfrm>
            <a:off x="1099338" y="1667625"/>
            <a:ext cx="3398400" cy="253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IT" dirty="0"/>
              <a:t>L'obiettivo del progetto è condurre un'analisi esplorativa su un dataset che raccoglie informazioni sulle </a:t>
            </a:r>
            <a:r>
              <a:rPr lang="it-IT" b="1" dirty="0"/>
              <a:t>conseguenze del confinamento domiciliare</a:t>
            </a:r>
            <a:r>
              <a:rPr lang="it-IT" dirty="0"/>
              <a:t> durante la pandemia di COVID-19 sulla comunità educativa e sulle </a:t>
            </a:r>
            <a:r>
              <a:rPr lang="it-IT" b="1" dirty="0"/>
              <a:t>famiglie in Spagna</a:t>
            </a:r>
            <a:r>
              <a:rPr lang="it-IT" dirty="0"/>
              <a:t>.</a:t>
            </a:r>
          </a:p>
          <a:p>
            <a:pPr marL="0" lvl="0" indent="0" algn="l" rtl="0">
              <a:spcBef>
                <a:spcPts val="0"/>
              </a:spcBef>
              <a:spcAft>
                <a:spcPts val="0"/>
              </a:spcAft>
              <a:buNone/>
            </a:pPr>
            <a:endParaRPr lang="it-IT" dirty="0"/>
          </a:p>
          <a:p>
            <a:pPr marL="0" lvl="0" indent="0" algn="l" rtl="0">
              <a:spcBef>
                <a:spcPts val="0"/>
              </a:spcBef>
              <a:spcAft>
                <a:spcPts val="0"/>
              </a:spcAft>
              <a:buNone/>
            </a:pPr>
            <a:r>
              <a:rPr lang="it-IT" dirty="0"/>
              <a:t>I dati raccolti sono stati raccolti nel 2020</a:t>
            </a:r>
            <a:endParaRPr dirty="0"/>
          </a:p>
        </p:txBody>
      </p:sp>
    </p:spTree>
    <p:extLst>
      <p:ext uri="{BB962C8B-B14F-4D97-AF65-F5344CB8AC3E}">
        <p14:creationId xmlns:p14="http://schemas.microsoft.com/office/powerpoint/2010/main" val="2361793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28">
          <a:extLst>
            <a:ext uri="{FF2B5EF4-FFF2-40B4-BE49-F238E27FC236}">
              <a16:creationId xmlns:a16="http://schemas.microsoft.com/office/drawing/2014/main" id="{650B426B-8191-C9A1-DA19-2207186164E3}"/>
            </a:ext>
          </a:extLst>
        </p:cNvPr>
        <p:cNvGrpSpPr/>
        <p:nvPr/>
      </p:nvGrpSpPr>
      <p:grpSpPr>
        <a:xfrm>
          <a:off x="0" y="0"/>
          <a:ext cx="0" cy="0"/>
          <a:chOff x="0" y="0"/>
          <a:chExt cx="0" cy="0"/>
        </a:xfrm>
      </p:grpSpPr>
      <p:sp>
        <p:nvSpPr>
          <p:cNvPr id="429" name="Google Shape;429;p40">
            <a:extLst>
              <a:ext uri="{FF2B5EF4-FFF2-40B4-BE49-F238E27FC236}">
                <a16:creationId xmlns:a16="http://schemas.microsoft.com/office/drawing/2014/main" id="{2FDC0850-9641-BCB8-661B-5264E7EE65FF}"/>
              </a:ext>
            </a:extLst>
          </p:cNvPr>
          <p:cNvSpPr txBox="1">
            <a:spLocks noGrp="1"/>
          </p:cNvSpPr>
          <p:nvPr>
            <p:ph type="title"/>
          </p:nvPr>
        </p:nvSpPr>
        <p:spPr>
          <a:xfrm>
            <a:off x="713224" y="2384249"/>
            <a:ext cx="4751717" cy="1605716"/>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Analisi e Pulizia del Dataset</a:t>
            </a:r>
            <a:endParaRPr dirty="0"/>
          </a:p>
        </p:txBody>
      </p:sp>
      <p:sp>
        <p:nvSpPr>
          <p:cNvPr id="430" name="Google Shape;430;p40">
            <a:extLst>
              <a:ext uri="{FF2B5EF4-FFF2-40B4-BE49-F238E27FC236}">
                <a16:creationId xmlns:a16="http://schemas.microsoft.com/office/drawing/2014/main" id="{34F17324-7128-9B06-876A-76C0F9D3ADF2}"/>
              </a:ext>
            </a:extLst>
          </p:cNvPr>
          <p:cNvSpPr txBox="1">
            <a:spLocks noGrp="1"/>
          </p:cNvSpPr>
          <p:nvPr>
            <p:ph type="title" idx="2"/>
          </p:nvPr>
        </p:nvSpPr>
        <p:spPr>
          <a:xfrm>
            <a:off x="713225" y="1468350"/>
            <a:ext cx="1264200" cy="91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01</a:t>
            </a:r>
            <a:endParaRPr dirty="0"/>
          </a:p>
        </p:txBody>
      </p:sp>
      <p:grpSp>
        <p:nvGrpSpPr>
          <p:cNvPr id="432" name="Google Shape;432;p40">
            <a:extLst>
              <a:ext uri="{FF2B5EF4-FFF2-40B4-BE49-F238E27FC236}">
                <a16:creationId xmlns:a16="http://schemas.microsoft.com/office/drawing/2014/main" id="{132AA5CB-928A-C128-B952-34309140A3C8}"/>
              </a:ext>
            </a:extLst>
          </p:cNvPr>
          <p:cNvGrpSpPr/>
          <p:nvPr/>
        </p:nvGrpSpPr>
        <p:grpSpPr>
          <a:xfrm>
            <a:off x="5104880" y="-153372"/>
            <a:ext cx="4218588" cy="6000577"/>
            <a:chOff x="5104880" y="-153372"/>
            <a:chExt cx="4218588" cy="6000577"/>
          </a:xfrm>
        </p:grpSpPr>
        <p:sp>
          <p:nvSpPr>
            <p:cNvPr id="433" name="Google Shape;433;p40">
              <a:extLst>
                <a:ext uri="{FF2B5EF4-FFF2-40B4-BE49-F238E27FC236}">
                  <a16:creationId xmlns:a16="http://schemas.microsoft.com/office/drawing/2014/main" id="{BC587F68-4EB9-5C83-E22F-5AC82F082169}"/>
                </a:ext>
              </a:extLst>
            </p:cNvPr>
            <p:cNvSpPr/>
            <p:nvPr/>
          </p:nvSpPr>
          <p:spPr>
            <a:xfrm>
              <a:off x="7074911" y="254737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40">
              <a:extLst>
                <a:ext uri="{FF2B5EF4-FFF2-40B4-BE49-F238E27FC236}">
                  <a16:creationId xmlns:a16="http://schemas.microsoft.com/office/drawing/2014/main" id="{CEA8A077-1CD7-25CA-5C2A-E3B9DBF4187A}"/>
                </a:ext>
              </a:extLst>
            </p:cNvPr>
            <p:cNvSpPr/>
            <p:nvPr/>
          </p:nvSpPr>
          <p:spPr>
            <a:xfrm>
              <a:off x="7026089" y="-1533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40">
              <a:extLst>
                <a:ext uri="{FF2B5EF4-FFF2-40B4-BE49-F238E27FC236}">
                  <a16:creationId xmlns:a16="http://schemas.microsoft.com/office/drawing/2014/main" id="{E05A252A-5673-778C-CAB9-47A2B1D1CCF6}"/>
                </a:ext>
              </a:extLst>
            </p:cNvPr>
            <p:cNvSpPr/>
            <p:nvPr/>
          </p:nvSpPr>
          <p:spPr>
            <a:xfrm>
              <a:off x="6606684" y="31846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40">
              <a:extLst>
                <a:ext uri="{FF2B5EF4-FFF2-40B4-BE49-F238E27FC236}">
                  <a16:creationId xmlns:a16="http://schemas.microsoft.com/office/drawing/2014/main" id="{A0F0BEB4-8240-A584-D422-18E01C64D12F}"/>
                </a:ext>
              </a:extLst>
            </p:cNvPr>
            <p:cNvSpPr/>
            <p:nvPr/>
          </p:nvSpPr>
          <p:spPr>
            <a:xfrm>
              <a:off x="6138958" y="13708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40">
              <a:extLst>
                <a:ext uri="{FF2B5EF4-FFF2-40B4-BE49-F238E27FC236}">
                  <a16:creationId xmlns:a16="http://schemas.microsoft.com/office/drawing/2014/main" id="{0210E70A-8617-10A4-20B1-9CB3566782D6}"/>
                </a:ext>
              </a:extLst>
            </p:cNvPr>
            <p:cNvSpPr/>
            <p:nvPr/>
          </p:nvSpPr>
          <p:spPr>
            <a:xfrm>
              <a:off x="5732458" y="87452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40">
              <a:extLst>
                <a:ext uri="{FF2B5EF4-FFF2-40B4-BE49-F238E27FC236}">
                  <a16:creationId xmlns:a16="http://schemas.microsoft.com/office/drawing/2014/main" id="{FB2E15A7-954B-DA75-578E-3F1AC8D98FBB}"/>
                </a:ext>
              </a:extLst>
            </p:cNvPr>
            <p:cNvSpPr/>
            <p:nvPr/>
          </p:nvSpPr>
          <p:spPr>
            <a:xfrm>
              <a:off x="7480889" y="98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40">
              <a:extLst>
                <a:ext uri="{FF2B5EF4-FFF2-40B4-BE49-F238E27FC236}">
                  <a16:creationId xmlns:a16="http://schemas.microsoft.com/office/drawing/2014/main" id="{7FBF6151-61A4-7718-9C2C-A91BB6CEA9C6}"/>
                </a:ext>
              </a:extLst>
            </p:cNvPr>
            <p:cNvSpPr/>
            <p:nvPr/>
          </p:nvSpPr>
          <p:spPr>
            <a:xfrm>
              <a:off x="7074904" y="207505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40">
              <a:extLst>
                <a:ext uri="{FF2B5EF4-FFF2-40B4-BE49-F238E27FC236}">
                  <a16:creationId xmlns:a16="http://schemas.microsoft.com/office/drawing/2014/main" id="{FE5706DD-2212-1C4D-17BC-E19C00FB429E}"/>
                </a:ext>
              </a:extLst>
            </p:cNvPr>
            <p:cNvSpPr/>
            <p:nvPr/>
          </p:nvSpPr>
          <p:spPr>
            <a:xfrm>
              <a:off x="7962441" y="140407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40">
              <a:extLst>
                <a:ext uri="{FF2B5EF4-FFF2-40B4-BE49-F238E27FC236}">
                  <a16:creationId xmlns:a16="http://schemas.microsoft.com/office/drawing/2014/main" id="{919273AB-3A86-7B48-42C6-6909E082DAEC}"/>
                </a:ext>
              </a:extLst>
            </p:cNvPr>
            <p:cNvSpPr/>
            <p:nvPr/>
          </p:nvSpPr>
          <p:spPr>
            <a:xfrm rot="10800000" flipH="1">
              <a:off x="6036087" y="312497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40">
              <a:extLst>
                <a:ext uri="{FF2B5EF4-FFF2-40B4-BE49-F238E27FC236}">
                  <a16:creationId xmlns:a16="http://schemas.microsoft.com/office/drawing/2014/main" id="{643BC2B5-7C0D-09CF-78EA-C23A91CD83B5}"/>
                </a:ext>
              </a:extLst>
            </p:cNvPr>
            <p:cNvSpPr/>
            <p:nvPr/>
          </p:nvSpPr>
          <p:spPr>
            <a:xfrm rot="10800000" flipH="1">
              <a:off x="6355205" y="41020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40">
              <a:extLst>
                <a:ext uri="{FF2B5EF4-FFF2-40B4-BE49-F238E27FC236}">
                  <a16:creationId xmlns:a16="http://schemas.microsoft.com/office/drawing/2014/main" id="{5414EB3D-A502-9C66-342C-CEE80D7E8A26}"/>
                </a:ext>
              </a:extLst>
            </p:cNvPr>
            <p:cNvSpPr/>
            <p:nvPr/>
          </p:nvSpPr>
          <p:spPr>
            <a:xfrm rot="10800000" flipH="1">
              <a:off x="5732459" y="48790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40">
              <a:extLst>
                <a:ext uri="{FF2B5EF4-FFF2-40B4-BE49-F238E27FC236}">
                  <a16:creationId xmlns:a16="http://schemas.microsoft.com/office/drawing/2014/main" id="{080EA453-E2DA-F6FC-3AFD-79669DDB9BBA}"/>
                </a:ext>
              </a:extLst>
            </p:cNvPr>
            <p:cNvSpPr/>
            <p:nvPr/>
          </p:nvSpPr>
          <p:spPr>
            <a:xfrm rot="10800000" flipH="1">
              <a:off x="6683197" y="351549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40">
              <a:extLst>
                <a:ext uri="{FF2B5EF4-FFF2-40B4-BE49-F238E27FC236}">
                  <a16:creationId xmlns:a16="http://schemas.microsoft.com/office/drawing/2014/main" id="{183FC7FA-2326-4B0E-1926-632FD9516051}"/>
                </a:ext>
              </a:extLst>
            </p:cNvPr>
            <p:cNvSpPr/>
            <p:nvPr/>
          </p:nvSpPr>
          <p:spPr>
            <a:xfrm rot="10800000" flipH="1">
              <a:off x="5104880" y="443452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40">
              <a:extLst>
                <a:ext uri="{FF2B5EF4-FFF2-40B4-BE49-F238E27FC236}">
                  <a16:creationId xmlns:a16="http://schemas.microsoft.com/office/drawing/2014/main" id="{19CA76A3-4D14-9196-031B-AC1243386498}"/>
                </a:ext>
              </a:extLst>
            </p:cNvPr>
            <p:cNvSpPr/>
            <p:nvPr/>
          </p:nvSpPr>
          <p:spPr>
            <a:xfrm>
              <a:off x="8484758" y="243811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40">
              <a:extLst>
                <a:ext uri="{FF2B5EF4-FFF2-40B4-BE49-F238E27FC236}">
                  <a16:creationId xmlns:a16="http://schemas.microsoft.com/office/drawing/2014/main" id="{412AA0EB-DF70-3A3B-1B72-A57D9541ACC6}"/>
                </a:ext>
              </a:extLst>
            </p:cNvPr>
            <p:cNvSpPr/>
            <p:nvPr/>
          </p:nvSpPr>
          <p:spPr>
            <a:xfrm>
              <a:off x="8038260" y="29212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0">
              <a:extLst>
                <a:ext uri="{FF2B5EF4-FFF2-40B4-BE49-F238E27FC236}">
                  <a16:creationId xmlns:a16="http://schemas.microsoft.com/office/drawing/2014/main" id="{B1882751-494D-E1EA-A48F-C0098F6DD2B5}"/>
                </a:ext>
              </a:extLst>
            </p:cNvPr>
            <p:cNvSpPr/>
            <p:nvPr/>
          </p:nvSpPr>
          <p:spPr>
            <a:xfrm rot="10800000" flipH="1">
              <a:off x="7853362" y="396220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0">
              <a:extLst>
                <a:ext uri="{FF2B5EF4-FFF2-40B4-BE49-F238E27FC236}">
                  <a16:creationId xmlns:a16="http://schemas.microsoft.com/office/drawing/2014/main" id="{D773B6B0-31B4-D875-D47F-92E0EC065F8E}"/>
                </a:ext>
              </a:extLst>
            </p:cNvPr>
            <p:cNvSpPr/>
            <p:nvPr/>
          </p:nvSpPr>
          <p:spPr>
            <a:xfrm rot="10800000" flipH="1">
              <a:off x="8261505" y="443452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50" name="Google Shape;450;p40">
            <a:extLst>
              <a:ext uri="{FF2B5EF4-FFF2-40B4-BE49-F238E27FC236}">
                <a16:creationId xmlns:a16="http://schemas.microsoft.com/office/drawing/2014/main" id="{D78AA36B-73F3-221C-DB0D-30CB4EC1153F}"/>
              </a:ext>
            </a:extLst>
          </p:cNvPr>
          <p:cNvCxnSpPr/>
          <p:nvPr/>
        </p:nvCxnSpPr>
        <p:spPr>
          <a:xfrm>
            <a:off x="841250" y="1385850"/>
            <a:ext cx="373500" cy="0"/>
          </a:xfrm>
          <a:prstGeom prst="straightConnector1">
            <a:avLst/>
          </a:prstGeom>
          <a:noFill/>
          <a:ln w="19050"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34532964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61">
          <a:extLst>
            <a:ext uri="{FF2B5EF4-FFF2-40B4-BE49-F238E27FC236}">
              <a16:creationId xmlns:a16="http://schemas.microsoft.com/office/drawing/2014/main" id="{0CF73AD2-D810-6C91-92FC-C828ED00E020}"/>
            </a:ext>
          </a:extLst>
        </p:cNvPr>
        <p:cNvGrpSpPr/>
        <p:nvPr/>
      </p:nvGrpSpPr>
      <p:grpSpPr>
        <a:xfrm>
          <a:off x="0" y="0"/>
          <a:ext cx="0" cy="0"/>
          <a:chOff x="0" y="0"/>
          <a:chExt cx="0" cy="0"/>
        </a:xfrm>
      </p:grpSpPr>
      <p:sp>
        <p:nvSpPr>
          <p:cNvPr id="462" name="Google Shape;462;p42">
            <a:extLst>
              <a:ext uri="{FF2B5EF4-FFF2-40B4-BE49-F238E27FC236}">
                <a16:creationId xmlns:a16="http://schemas.microsoft.com/office/drawing/2014/main" id="{35781D24-7843-73D0-D064-52138BF815BC}"/>
              </a:ext>
            </a:extLst>
          </p:cNvPr>
          <p:cNvSpPr txBox="1">
            <a:spLocks noGrp="1"/>
          </p:cNvSpPr>
          <p:nvPr>
            <p:ph type="title"/>
          </p:nvPr>
        </p:nvSpPr>
        <p:spPr>
          <a:xfrm>
            <a:off x="720000" y="445025"/>
            <a:ext cx="5549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IT" dirty="0"/>
              <a:t>Analisi dei dati</a:t>
            </a:r>
            <a:endParaRPr dirty="0"/>
          </a:p>
        </p:txBody>
      </p:sp>
      <p:sp>
        <p:nvSpPr>
          <p:cNvPr id="463" name="Google Shape;463;p42">
            <a:extLst>
              <a:ext uri="{FF2B5EF4-FFF2-40B4-BE49-F238E27FC236}">
                <a16:creationId xmlns:a16="http://schemas.microsoft.com/office/drawing/2014/main" id="{04E26EB6-AE20-351B-9047-CF330C6CEE63}"/>
              </a:ext>
            </a:extLst>
          </p:cNvPr>
          <p:cNvSpPr txBox="1">
            <a:spLocks noGrp="1"/>
          </p:cNvSpPr>
          <p:nvPr>
            <p:ph type="subTitle" idx="1"/>
          </p:nvPr>
        </p:nvSpPr>
        <p:spPr>
          <a:xfrm>
            <a:off x="725632" y="2372093"/>
            <a:ext cx="4294800" cy="2133900"/>
          </a:xfrm>
          <a:prstGeom prst="rect">
            <a:avLst/>
          </a:prstGeom>
        </p:spPr>
        <p:txBody>
          <a:bodyPr spcFirstLastPara="1" wrap="square" lIns="91425" tIns="91425" rIns="91425" bIns="91425" anchor="t" anchorCtr="0">
            <a:noAutofit/>
          </a:bodyPr>
          <a:lstStyle/>
          <a:p>
            <a:pPr marL="139700" lvl="0" indent="0" algn="l" rtl="0">
              <a:spcBef>
                <a:spcPts val="1000"/>
              </a:spcBef>
              <a:spcAft>
                <a:spcPts val="0"/>
              </a:spcAft>
              <a:buSzPts val="1400"/>
              <a:buNone/>
            </a:pPr>
            <a:r>
              <a:rPr lang="en" dirty="0"/>
              <a:t>Le feature sono ripartite in </a:t>
            </a:r>
            <a:r>
              <a:rPr lang="en" b="1" dirty="0"/>
              <a:t>4 macro aree</a:t>
            </a:r>
            <a:r>
              <a:rPr lang="en" dirty="0"/>
              <a:t>:</a:t>
            </a:r>
            <a:endParaRPr lang="en" b="1" dirty="0"/>
          </a:p>
          <a:p>
            <a:pPr marL="457200" lvl="0" indent="-317500" algn="l" rtl="0">
              <a:spcBef>
                <a:spcPts val="1000"/>
              </a:spcBef>
              <a:spcAft>
                <a:spcPts val="0"/>
              </a:spcAft>
              <a:buSzPts val="1400"/>
              <a:buChar char="●"/>
            </a:pPr>
            <a:r>
              <a:rPr lang="en" dirty="0"/>
              <a:t>Informazioni socio-demografiche </a:t>
            </a:r>
            <a:endParaRPr dirty="0"/>
          </a:p>
          <a:p>
            <a:pPr marL="457200" lvl="0" indent="-317500" algn="l" rtl="0">
              <a:spcBef>
                <a:spcPts val="0"/>
              </a:spcBef>
              <a:spcAft>
                <a:spcPts val="0"/>
              </a:spcAft>
              <a:buSzPts val="1400"/>
              <a:buChar char="●"/>
            </a:pPr>
            <a:r>
              <a:rPr lang="it-IT" dirty="0"/>
              <a:t>Conciliazione tra vita lavorativa/personale/familiare durante la pandemia</a:t>
            </a:r>
          </a:p>
          <a:p>
            <a:pPr marL="457200" lvl="0" indent="-317500" algn="l" rtl="0">
              <a:spcBef>
                <a:spcPts val="0"/>
              </a:spcBef>
              <a:spcAft>
                <a:spcPts val="0"/>
              </a:spcAft>
              <a:buSzPts val="1400"/>
              <a:buChar char="●"/>
            </a:pPr>
            <a:r>
              <a:rPr lang="it-IT" dirty="0"/>
              <a:t>Impatti della pandemia sulla famiglia</a:t>
            </a:r>
            <a:endParaRPr dirty="0"/>
          </a:p>
          <a:p>
            <a:pPr marL="457200" lvl="0" indent="-317500" algn="l" rtl="0">
              <a:spcBef>
                <a:spcPts val="0"/>
              </a:spcBef>
              <a:spcAft>
                <a:spcPts val="0"/>
              </a:spcAft>
              <a:buSzPts val="1400"/>
              <a:buChar char="●"/>
            </a:pPr>
            <a:r>
              <a:rPr lang="it-IT" dirty="0"/>
              <a:t>Opinioni sul ritorno dei bambini a scuola</a:t>
            </a:r>
          </a:p>
        </p:txBody>
      </p:sp>
      <p:grpSp>
        <p:nvGrpSpPr>
          <p:cNvPr id="464" name="Google Shape;464;p42">
            <a:extLst>
              <a:ext uri="{FF2B5EF4-FFF2-40B4-BE49-F238E27FC236}">
                <a16:creationId xmlns:a16="http://schemas.microsoft.com/office/drawing/2014/main" id="{7C8121A4-F096-E014-5302-30B489D96BD6}"/>
              </a:ext>
            </a:extLst>
          </p:cNvPr>
          <p:cNvGrpSpPr/>
          <p:nvPr/>
        </p:nvGrpSpPr>
        <p:grpSpPr>
          <a:xfrm>
            <a:off x="5430930" y="-445784"/>
            <a:ext cx="4086563" cy="6064817"/>
            <a:chOff x="5430930" y="-445784"/>
            <a:chExt cx="4086563" cy="6064817"/>
          </a:xfrm>
        </p:grpSpPr>
        <p:sp>
          <p:nvSpPr>
            <p:cNvPr id="465" name="Google Shape;465;p42">
              <a:extLst>
                <a:ext uri="{FF2B5EF4-FFF2-40B4-BE49-F238E27FC236}">
                  <a16:creationId xmlns:a16="http://schemas.microsoft.com/office/drawing/2014/main" id="{A9AA2D5F-0053-B162-453B-BDEF945969B6}"/>
                </a:ext>
              </a:extLst>
            </p:cNvPr>
            <p:cNvSpPr/>
            <p:nvPr/>
          </p:nvSpPr>
          <p:spPr>
            <a:xfrm>
              <a:off x="7368520" y="98876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42">
              <a:extLst>
                <a:ext uri="{FF2B5EF4-FFF2-40B4-BE49-F238E27FC236}">
                  <a16:creationId xmlns:a16="http://schemas.microsoft.com/office/drawing/2014/main" id="{8D84608E-7CCC-62A9-1A02-D39FF294CD86}"/>
                </a:ext>
              </a:extLst>
            </p:cNvPr>
            <p:cNvSpPr/>
            <p:nvPr/>
          </p:nvSpPr>
          <p:spPr>
            <a:xfrm rot="10800000" flipH="1">
              <a:off x="6036409" y="19621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42">
              <a:extLst>
                <a:ext uri="{FF2B5EF4-FFF2-40B4-BE49-F238E27FC236}">
                  <a16:creationId xmlns:a16="http://schemas.microsoft.com/office/drawing/2014/main" id="{FC586F93-34B7-D561-6948-9686E73DEB55}"/>
                </a:ext>
              </a:extLst>
            </p:cNvPr>
            <p:cNvSpPr/>
            <p:nvPr/>
          </p:nvSpPr>
          <p:spPr>
            <a:xfrm>
              <a:off x="7309474" y="21661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42">
              <a:extLst>
                <a:ext uri="{FF2B5EF4-FFF2-40B4-BE49-F238E27FC236}">
                  <a16:creationId xmlns:a16="http://schemas.microsoft.com/office/drawing/2014/main" id="{771ABFED-662F-14F5-8DF7-F13810B7DF19}"/>
                </a:ext>
              </a:extLst>
            </p:cNvPr>
            <p:cNvSpPr/>
            <p:nvPr/>
          </p:nvSpPr>
          <p:spPr>
            <a:xfrm>
              <a:off x="6269702" y="-4457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42">
              <a:extLst>
                <a:ext uri="{FF2B5EF4-FFF2-40B4-BE49-F238E27FC236}">
                  <a16:creationId xmlns:a16="http://schemas.microsoft.com/office/drawing/2014/main" id="{1C3E2F28-B4AB-DD85-5E29-66995E910203}"/>
                </a:ext>
              </a:extLst>
            </p:cNvPr>
            <p:cNvSpPr/>
            <p:nvPr/>
          </p:nvSpPr>
          <p:spPr>
            <a:xfrm>
              <a:off x="5830483" y="42158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42">
              <a:extLst>
                <a:ext uri="{FF2B5EF4-FFF2-40B4-BE49-F238E27FC236}">
                  <a16:creationId xmlns:a16="http://schemas.microsoft.com/office/drawing/2014/main" id="{40EDE25F-3707-6108-722B-E59FD283C937}"/>
                </a:ext>
              </a:extLst>
            </p:cNvPr>
            <p:cNvSpPr/>
            <p:nvPr/>
          </p:nvSpPr>
          <p:spPr>
            <a:xfrm>
              <a:off x="6269683" y="133254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42">
              <a:extLst>
                <a:ext uri="{FF2B5EF4-FFF2-40B4-BE49-F238E27FC236}">
                  <a16:creationId xmlns:a16="http://schemas.microsoft.com/office/drawing/2014/main" id="{0EBA91B9-CC28-8046-B442-79D85AEF0EAC}"/>
                </a:ext>
              </a:extLst>
            </p:cNvPr>
            <p:cNvSpPr/>
            <p:nvPr/>
          </p:nvSpPr>
          <p:spPr>
            <a:xfrm>
              <a:off x="8430764" y="23422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42">
              <a:extLst>
                <a:ext uri="{FF2B5EF4-FFF2-40B4-BE49-F238E27FC236}">
                  <a16:creationId xmlns:a16="http://schemas.microsoft.com/office/drawing/2014/main" id="{92DAEF0C-2F21-35DC-6759-F575EA45C1ED}"/>
                </a:ext>
              </a:extLst>
            </p:cNvPr>
            <p:cNvSpPr/>
            <p:nvPr/>
          </p:nvSpPr>
          <p:spPr>
            <a:xfrm>
              <a:off x="7309467" y="261820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42">
              <a:extLst>
                <a:ext uri="{FF2B5EF4-FFF2-40B4-BE49-F238E27FC236}">
                  <a16:creationId xmlns:a16="http://schemas.microsoft.com/office/drawing/2014/main" id="{8D148569-5CDC-5B37-45FF-2264FACFA579}"/>
                </a:ext>
              </a:extLst>
            </p:cNvPr>
            <p:cNvSpPr/>
            <p:nvPr/>
          </p:nvSpPr>
          <p:spPr>
            <a:xfrm>
              <a:off x="7962441" y="131801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42">
              <a:extLst>
                <a:ext uri="{FF2B5EF4-FFF2-40B4-BE49-F238E27FC236}">
                  <a16:creationId xmlns:a16="http://schemas.microsoft.com/office/drawing/2014/main" id="{C3FF984D-960E-6EB1-8DF1-91DB93F8732A}"/>
                </a:ext>
              </a:extLst>
            </p:cNvPr>
            <p:cNvSpPr/>
            <p:nvPr/>
          </p:nvSpPr>
          <p:spPr>
            <a:xfrm rot="10800000" flipH="1">
              <a:off x="6351880" y="311086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42">
              <a:extLst>
                <a:ext uri="{FF2B5EF4-FFF2-40B4-BE49-F238E27FC236}">
                  <a16:creationId xmlns:a16="http://schemas.microsoft.com/office/drawing/2014/main" id="{9552EF8A-27B7-94D4-FA8D-F45CFD70D7E8}"/>
                </a:ext>
              </a:extLst>
            </p:cNvPr>
            <p:cNvSpPr/>
            <p:nvPr/>
          </p:nvSpPr>
          <p:spPr>
            <a:xfrm rot="10800000" flipH="1">
              <a:off x="6790284" y="354856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42">
              <a:extLst>
                <a:ext uri="{FF2B5EF4-FFF2-40B4-BE49-F238E27FC236}">
                  <a16:creationId xmlns:a16="http://schemas.microsoft.com/office/drawing/2014/main" id="{89A0B31A-2ED7-21C6-B244-4EEFE310A24E}"/>
                </a:ext>
              </a:extLst>
            </p:cNvPr>
            <p:cNvSpPr/>
            <p:nvPr/>
          </p:nvSpPr>
          <p:spPr>
            <a:xfrm rot="10800000" flipH="1">
              <a:off x="5430930" y="465091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42">
              <a:extLst>
                <a:ext uri="{FF2B5EF4-FFF2-40B4-BE49-F238E27FC236}">
                  <a16:creationId xmlns:a16="http://schemas.microsoft.com/office/drawing/2014/main" id="{82E0DAA6-39BD-12B6-3651-2B9E009CE145}"/>
                </a:ext>
              </a:extLst>
            </p:cNvPr>
            <p:cNvSpPr/>
            <p:nvPr/>
          </p:nvSpPr>
          <p:spPr>
            <a:xfrm>
              <a:off x="8678783" y="266882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42">
              <a:extLst>
                <a:ext uri="{FF2B5EF4-FFF2-40B4-BE49-F238E27FC236}">
                  <a16:creationId xmlns:a16="http://schemas.microsoft.com/office/drawing/2014/main" id="{0CAF8DD2-1F84-CCE8-D69C-FDFB86FC5571}"/>
                </a:ext>
              </a:extLst>
            </p:cNvPr>
            <p:cNvSpPr/>
            <p:nvPr/>
          </p:nvSpPr>
          <p:spPr>
            <a:xfrm>
              <a:off x="8430773" y="22359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42">
              <a:extLst>
                <a:ext uri="{FF2B5EF4-FFF2-40B4-BE49-F238E27FC236}">
                  <a16:creationId xmlns:a16="http://schemas.microsoft.com/office/drawing/2014/main" id="{9BCE2B4D-F5CA-3BBD-B024-8C44B415ECDE}"/>
                </a:ext>
              </a:extLst>
            </p:cNvPr>
            <p:cNvSpPr/>
            <p:nvPr/>
          </p:nvSpPr>
          <p:spPr>
            <a:xfrm rot="10800000" flipH="1">
              <a:off x="8119787" y="363695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42">
              <a:extLst>
                <a:ext uri="{FF2B5EF4-FFF2-40B4-BE49-F238E27FC236}">
                  <a16:creationId xmlns:a16="http://schemas.microsoft.com/office/drawing/2014/main" id="{493EB531-862D-C658-C074-17086E4B1A3C}"/>
                </a:ext>
              </a:extLst>
            </p:cNvPr>
            <p:cNvSpPr/>
            <p:nvPr/>
          </p:nvSpPr>
          <p:spPr>
            <a:xfrm rot="10800000" flipH="1">
              <a:off x="7697255" y="411247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42">
              <a:extLst>
                <a:ext uri="{FF2B5EF4-FFF2-40B4-BE49-F238E27FC236}">
                  <a16:creationId xmlns:a16="http://schemas.microsoft.com/office/drawing/2014/main" id="{A6B96E3A-229B-25BC-6238-EA29FFBA21F1}"/>
                </a:ext>
              </a:extLst>
            </p:cNvPr>
            <p:cNvSpPr/>
            <p:nvPr/>
          </p:nvSpPr>
          <p:spPr>
            <a:xfrm>
              <a:off x="6628072" y="11249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42">
              <a:extLst>
                <a:ext uri="{FF2B5EF4-FFF2-40B4-BE49-F238E27FC236}">
                  <a16:creationId xmlns:a16="http://schemas.microsoft.com/office/drawing/2014/main" id="{2F96E086-4BBC-95A4-49DD-DE587FCAC373}"/>
                </a:ext>
              </a:extLst>
            </p:cNvPr>
            <p:cNvSpPr/>
            <p:nvPr/>
          </p:nvSpPr>
          <p:spPr>
            <a:xfrm rot="10800000" flipH="1">
              <a:off x="7825159" y="-2514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Immagine 2" descr="Immagine che contiene testo, schermata, Carattere&#10;&#10;Descrizione generata automaticamente">
            <a:extLst>
              <a:ext uri="{FF2B5EF4-FFF2-40B4-BE49-F238E27FC236}">
                <a16:creationId xmlns:a16="http://schemas.microsoft.com/office/drawing/2014/main" id="{9671B829-B562-B354-69EF-6BF77A212EB1}"/>
              </a:ext>
            </a:extLst>
          </p:cNvPr>
          <p:cNvPicPr>
            <a:picLocks noChangeAspect="1"/>
          </p:cNvPicPr>
          <p:nvPr/>
        </p:nvPicPr>
        <p:blipFill>
          <a:blip r:embed="rId3"/>
          <a:stretch>
            <a:fillRect/>
          </a:stretch>
        </p:blipFill>
        <p:spPr>
          <a:xfrm>
            <a:off x="714291" y="1192348"/>
            <a:ext cx="5087060" cy="1066949"/>
          </a:xfrm>
          <a:prstGeom prst="rect">
            <a:avLst/>
          </a:prstGeom>
        </p:spPr>
      </p:pic>
    </p:spTree>
    <p:extLst>
      <p:ext uri="{BB962C8B-B14F-4D97-AF65-F5344CB8AC3E}">
        <p14:creationId xmlns:p14="http://schemas.microsoft.com/office/powerpoint/2010/main" val="3063475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61">
          <a:extLst>
            <a:ext uri="{FF2B5EF4-FFF2-40B4-BE49-F238E27FC236}">
              <a16:creationId xmlns:a16="http://schemas.microsoft.com/office/drawing/2014/main" id="{3A1A43F6-46A5-469C-9BDA-6DE4721B1786}"/>
            </a:ext>
          </a:extLst>
        </p:cNvPr>
        <p:cNvGrpSpPr/>
        <p:nvPr/>
      </p:nvGrpSpPr>
      <p:grpSpPr>
        <a:xfrm>
          <a:off x="0" y="0"/>
          <a:ext cx="0" cy="0"/>
          <a:chOff x="0" y="0"/>
          <a:chExt cx="0" cy="0"/>
        </a:xfrm>
      </p:grpSpPr>
      <p:sp>
        <p:nvSpPr>
          <p:cNvPr id="462" name="Google Shape;462;p42">
            <a:extLst>
              <a:ext uri="{FF2B5EF4-FFF2-40B4-BE49-F238E27FC236}">
                <a16:creationId xmlns:a16="http://schemas.microsoft.com/office/drawing/2014/main" id="{3D09C451-B411-E8B3-91A6-A56626AE265C}"/>
              </a:ext>
            </a:extLst>
          </p:cNvPr>
          <p:cNvSpPr txBox="1">
            <a:spLocks noGrp="1"/>
          </p:cNvSpPr>
          <p:nvPr>
            <p:ph type="title"/>
          </p:nvPr>
        </p:nvSpPr>
        <p:spPr>
          <a:xfrm>
            <a:off x="720000" y="445025"/>
            <a:ext cx="5549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IT" dirty="0">
                <a:latin typeface="Outfit" panose="020B0604020202020204" charset="0"/>
              </a:rPr>
              <a:t>Selezione delle feature</a:t>
            </a:r>
            <a:endParaRPr dirty="0">
              <a:latin typeface="Outfit" panose="020B0604020202020204" charset="0"/>
            </a:endParaRPr>
          </a:p>
        </p:txBody>
      </p:sp>
      <p:sp>
        <p:nvSpPr>
          <p:cNvPr id="463" name="Google Shape;463;p42">
            <a:extLst>
              <a:ext uri="{FF2B5EF4-FFF2-40B4-BE49-F238E27FC236}">
                <a16:creationId xmlns:a16="http://schemas.microsoft.com/office/drawing/2014/main" id="{099D4971-8F11-C4B9-665E-AD526233774C}"/>
              </a:ext>
            </a:extLst>
          </p:cNvPr>
          <p:cNvSpPr txBox="1">
            <a:spLocks noGrp="1"/>
          </p:cNvSpPr>
          <p:nvPr>
            <p:ph type="subTitle" idx="1"/>
          </p:nvPr>
        </p:nvSpPr>
        <p:spPr>
          <a:xfrm>
            <a:off x="725632" y="1264807"/>
            <a:ext cx="4294800" cy="2056891"/>
          </a:xfrm>
          <a:prstGeom prst="rect">
            <a:avLst/>
          </a:prstGeom>
        </p:spPr>
        <p:txBody>
          <a:bodyPr spcFirstLastPara="1" wrap="square" lIns="91425" tIns="91425" rIns="91425" bIns="91425" anchor="t" anchorCtr="0">
            <a:noAutofit/>
          </a:bodyPr>
          <a:lstStyle/>
          <a:p>
            <a:pPr marL="139700" lvl="0" indent="0" algn="l" rtl="0">
              <a:spcBef>
                <a:spcPts val="1000"/>
              </a:spcBef>
              <a:spcAft>
                <a:spcPts val="0"/>
              </a:spcAft>
              <a:buSzPts val="1400"/>
              <a:buNone/>
            </a:pPr>
            <a:r>
              <a:rPr lang="it-IT" dirty="0"/>
              <a:t>Il dataset si presenta con molti </a:t>
            </a:r>
            <a:r>
              <a:rPr lang="it-IT" b="1" dirty="0"/>
              <a:t>valori mancanti</a:t>
            </a:r>
            <a:r>
              <a:rPr lang="it-IT" dirty="0"/>
              <a:t>, inoltre ci sono </a:t>
            </a:r>
            <a:r>
              <a:rPr lang="it-IT" b="1" dirty="0"/>
              <a:t>feature</a:t>
            </a:r>
            <a:r>
              <a:rPr lang="it-IT" dirty="0"/>
              <a:t> </a:t>
            </a:r>
            <a:r>
              <a:rPr lang="it-IT" b="1" dirty="0"/>
              <a:t>ripetitive</a:t>
            </a:r>
            <a:r>
              <a:rPr lang="it-IT" dirty="0"/>
              <a:t> o </a:t>
            </a:r>
            <a:r>
              <a:rPr lang="it-IT" b="1" dirty="0"/>
              <a:t>prive di una descrizione</a:t>
            </a:r>
            <a:r>
              <a:rPr lang="it-IT" dirty="0"/>
              <a:t> che ne motivi l’esistenza. </a:t>
            </a:r>
          </a:p>
          <a:p>
            <a:pPr marL="139700" lvl="0" indent="0" algn="l" rtl="0">
              <a:spcBef>
                <a:spcPts val="1000"/>
              </a:spcBef>
              <a:spcAft>
                <a:spcPts val="0"/>
              </a:spcAft>
              <a:buSzPts val="1400"/>
              <a:buNone/>
            </a:pPr>
            <a:r>
              <a:rPr lang="it-IT" dirty="0"/>
              <a:t>Per la selezione è stato seguito il seguente criterio:				       </a:t>
            </a:r>
            <a:r>
              <a:rPr lang="it-IT" b="1" dirty="0"/>
              <a:t>1° Fase:</a:t>
            </a:r>
            <a:r>
              <a:rPr lang="it-IT" dirty="0"/>
              <a:t> </a:t>
            </a:r>
            <a:r>
              <a:rPr lang="it-IT" u="sng" dirty="0"/>
              <a:t>Eliminare </a:t>
            </a:r>
            <a:r>
              <a:rPr lang="it-IT" dirty="0"/>
              <a:t>tutte le </a:t>
            </a:r>
            <a:r>
              <a:rPr lang="it-IT" u="sng" dirty="0"/>
              <a:t>feature reputate inutili</a:t>
            </a:r>
            <a:r>
              <a:rPr lang="it-IT" dirty="0"/>
              <a:t> al fine dell’analisi o con troppi valori nulli.</a:t>
            </a:r>
          </a:p>
        </p:txBody>
      </p:sp>
      <p:grpSp>
        <p:nvGrpSpPr>
          <p:cNvPr id="464" name="Google Shape;464;p42">
            <a:extLst>
              <a:ext uri="{FF2B5EF4-FFF2-40B4-BE49-F238E27FC236}">
                <a16:creationId xmlns:a16="http://schemas.microsoft.com/office/drawing/2014/main" id="{CA622D94-678D-976E-32E2-4EE54DA4D573}"/>
              </a:ext>
            </a:extLst>
          </p:cNvPr>
          <p:cNvGrpSpPr/>
          <p:nvPr/>
        </p:nvGrpSpPr>
        <p:grpSpPr>
          <a:xfrm>
            <a:off x="5430930" y="-445784"/>
            <a:ext cx="4086563" cy="6064817"/>
            <a:chOff x="5430930" y="-445784"/>
            <a:chExt cx="4086563" cy="6064817"/>
          </a:xfrm>
        </p:grpSpPr>
        <p:sp>
          <p:nvSpPr>
            <p:cNvPr id="465" name="Google Shape;465;p42">
              <a:extLst>
                <a:ext uri="{FF2B5EF4-FFF2-40B4-BE49-F238E27FC236}">
                  <a16:creationId xmlns:a16="http://schemas.microsoft.com/office/drawing/2014/main" id="{AFEFC6C3-514A-D42E-1BB9-23B7055071C8}"/>
                </a:ext>
              </a:extLst>
            </p:cNvPr>
            <p:cNvSpPr/>
            <p:nvPr/>
          </p:nvSpPr>
          <p:spPr>
            <a:xfrm>
              <a:off x="7368520" y="98876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42">
              <a:extLst>
                <a:ext uri="{FF2B5EF4-FFF2-40B4-BE49-F238E27FC236}">
                  <a16:creationId xmlns:a16="http://schemas.microsoft.com/office/drawing/2014/main" id="{00FEE2A7-A0E4-C105-7F80-34AC9218E177}"/>
                </a:ext>
              </a:extLst>
            </p:cNvPr>
            <p:cNvSpPr/>
            <p:nvPr/>
          </p:nvSpPr>
          <p:spPr>
            <a:xfrm rot="10800000" flipH="1">
              <a:off x="6036409" y="19621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42">
              <a:extLst>
                <a:ext uri="{FF2B5EF4-FFF2-40B4-BE49-F238E27FC236}">
                  <a16:creationId xmlns:a16="http://schemas.microsoft.com/office/drawing/2014/main" id="{30FACCA8-0F96-0A31-081A-0A7900B9E135}"/>
                </a:ext>
              </a:extLst>
            </p:cNvPr>
            <p:cNvSpPr/>
            <p:nvPr/>
          </p:nvSpPr>
          <p:spPr>
            <a:xfrm>
              <a:off x="7309474" y="21661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42">
              <a:extLst>
                <a:ext uri="{FF2B5EF4-FFF2-40B4-BE49-F238E27FC236}">
                  <a16:creationId xmlns:a16="http://schemas.microsoft.com/office/drawing/2014/main" id="{591E8AD9-B101-2932-6943-333A5BD00A7B}"/>
                </a:ext>
              </a:extLst>
            </p:cNvPr>
            <p:cNvSpPr/>
            <p:nvPr/>
          </p:nvSpPr>
          <p:spPr>
            <a:xfrm>
              <a:off x="6269702" y="-4457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42">
              <a:extLst>
                <a:ext uri="{FF2B5EF4-FFF2-40B4-BE49-F238E27FC236}">
                  <a16:creationId xmlns:a16="http://schemas.microsoft.com/office/drawing/2014/main" id="{9E5BDFCD-67C2-3639-A2B6-76AD979740BA}"/>
                </a:ext>
              </a:extLst>
            </p:cNvPr>
            <p:cNvSpPr/>
            <p:nvPr/>
          </p:nvSpPr>
          <p:spPr>
            <a:xfrm>
              <a:off x="5830483" y="42158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42">
              <a:extLst>
                <a:ext uri="{FF2B5EF4-FFF2-40B4-BE49-F238E27FC236}">
                  <a16:creationId xmlns:a16="http://schemas.microsoft.com/office/drawing/2014/main" id="{524F9E89-3AD7-49C8-CD54-8002AB37F50F}"/>
                </a:ext>
              </a:extLst>
            </p:cNvPr>
            <p:cNvSpPr/>
            <p:nvPr/>
          </p:nvSpPr>
          <p:spPr>
            <a:xfrm>
              <a:off x="6269683" y="133254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42">
              <a:extLst>
                <a:ext uri="{FF2B5EF4-FFF2-40B4-BE49-F238E27FC236}">
                  <a16:creationId xmlns:a16="http://schemas.microsoft.com/office/drawing/2014/main" id="{632D3EA6-4A04-C2C8-C288-E0A8D39DEB73}"/>
                </a:ext>
              </a:extLst>
            </p:cNvPr>
            <p:cNvSpPr/>
            <p:nvPr/>
          </p:nvSpPr>
          <p:spPr>
            <a:xfrm>
              <a:off x="8430764" y="23422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42">
              <a:extLst>
                <a:ext uri="{FF2B5EF4-FFF2-40B4-BE49-F238E27FC236}">
                  <a16:creationId xmlns:a16="http://schemas.microsoft.com/office/drawing/2014/main" id="{6FDCB7AA-BCF0-5FA3-A1BB-CF357EB56404}"/>
                </a:ext>
              </a:extLst>
            </p:cNvPr>
            <p:cNvSpPr/>
            <p:nvPr/>
          </p:nvSpPr>
          <p:spPr>
            <a:xfrm>
              <a:off x="7309467" y="261820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42">
              <a:extLst>
                <a:ext uri="{FF2B5EF4-FFF2-40B4-BE49-F238E27FC236}">
                  <a16:creationId xmlns:a16="http://schemas.microsoft.com/office/drawing/2014/main" id="{B4B61686-07DF-D6C3-DCD9-FAABC9138374}"/>
                </a:ext>
              </a:extLst>
            </p:cNvPr>
            <p:cNvSpPr/>
            <p:nvPr/>
          </p:nvSpPr>
          <p:spPr>
            <a:xfrm>
              <a:off x="7962441" y="131801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42">
              <a:extLst>
                <a:ext uri="{FF2B5EF4-FFF2-40B4-BE49-F238E27FC236}">
                  <a16:creationId xmlns:a16="http://schemas.microsoft.com/office/drawing/2014/main" id="{ABF0404B-6EC0-5574-D007-8E9F4CF09F03}"/>
                </a:ext>
              </a:extLst>
            </p:cNvPr>
            <p:cNvSpPr/>
            <p:nvPr/>
          </p:nvSpPr>
          <p:spPr>
            <a:xfrm rot="10800000" flipH="1">
              <a:off x="6351880" y="311086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42">
              <a:extLst>
                <a:ext uri="{FF2B5EF4-FFF2-40B4-BE49-F238E27FC236}">
                  <a16:creationId xmlns:a16="http://schemas.microsoft.com/office/drawing/2014/main" id="{DDEFDB2A-7192-6CF3-2FCA-667B83F2CC62}"/>
                </a:ext>
              </a:extLst>
            </p:cNvPr>
            <p:cNvSpPr/>
            <p:nvPr/>
          </p:nvSpPr>
          <p:spPr>
            <a:xfrm rot="10800000" flipH="1">
              <a:off x="6790284" y="354856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42">
              <a:extLst>
                <a:ext uri="{FF2B5EF4-FFF2-40B4-BE49-F238E27FC236}">
                  <a16:creationId xmlns:a16="http://schemas.microsoft.com/office/drawing/2014/main" id="{D02A4F12-CB3A-67E3-41B9-991EDEB645DA}"/>
                </a:ext>
              </a:extLst>
            </p:cNvPr>
            <p:cNvSpPr/>
            <p:nvPr/>
          </p:nvSpPr>
          <p:spPr>
            <a:xfrm rot="10800000" flipH="1">
              <a:off x="5430930" y="465091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42">
              <a:extLst>
                <a:ext uri="{FF2B5EF4-FFF2-40B4-BE49-F238E27FC236}">
                  <a16:creationId xmlns:a16="http://schemas.microsoft.com/office/drawing/2014/main" id="{B96B9F20-F3DD-AEA1-3272-E5E267B519E0}"/>
                </a:ext>
              </a:extLst>
            </p:cNvPr>
            <p:cNvSpPr/>
            <p:nvPr/>
          </p:nvSpPr>
          <p:spPr>
            <a:xfrm>
              <a:off x="8678783" y="266882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42">
              <a:extLst>
                <a:ext uri="{FF2B5EF4-FFF2-40B4-BE49-F238E27FC236}">
                  <a16:creationId xmlns:a16="http://schemas.microsoft.com/office/drawing/2014/main" id="{935402E4-984A-B44E-C3BB-52C8FB102B89}"/>
                </a:ext>
              </a:extLst>
            </p:cNvPr>
            <p:cNvSpPr/>
            <p:nvPr/>
          </p:nvSpPr>
          <p:spPr>
            <a:xfrm>
              <a:off x="8430773" y="22359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42">
              <a:extLst>
                <a:ext uri="{FF2B5EF4-FFF2-40B4-BE49-F238E27FC236}">
                  <a16:creationId xmlns:a16="http://schemas.microsoft.com/office/drawing/2014/main" id="{C310512D-9F62-919E-E9F0-8D556E43410D}"/>
                </a:ext>
              </a:extLst>
            </p:cNvPr>
            <p:cNvSpPr/>
            <p:nvPr/>
          </p:nvSpPr>
          <p:spPr>
            <a:xfrm rot="10800000" flipH="1">
              <a:off x="8119787" y="363695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42">
              <a:extLst>
                <a:ext uri="{FF2B5EF4-FFF2-40B4-BE49-F238E27FC236}">
                  <a16:creationId xmlns:a16="http://schemas.microsoft.com/office/drawing/2014/main" id="{21DCDC06-D227-4CE2-F074-35F3CFDB9F6F}"/>
                </a:ext>
              </a:extLst>
            </p:cNvPr>
            <p:cNvSpPr/>
            <p:nvPr/>
          </p:nvSpPr>
          <p:spPr>
            <a:xfrm rot="10800000" flipH="1">
              <a:off x="7697255" y="411247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42">
              <a:extLst>
                <a:ext uri="{FF2B5EF4-FFF2-40B4-BE49-F238E27FC236}">
                  <a16:creationId xmlns:a16="http://schemas.microsoft.com/office/drawing/2014/main" id="{9EE19DAC-14B5-181B-4478-D419DEFBBD6A}"/>
                </a:ext>
              </a:extLst>
            </p:cNvPr>
            <p:cNvSpPr/>
            <p:nvPr/>
          </p:nvSpPr>
          <p:spPr>
            <a:xfrm>
              <a:off x="6628072" y="11249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42">
              <a:extLst>
                <a:ext uri="{FF2B5EF4-FFF2-40B4-BE49-F238E27FC236}">
                  <a16:creationId xmlns:a16="http://schemas.microsoft.com/office/drawing/2014/main" id="{4F38ABFF-D35B-6958-3B19-BF2C2E2FAF45}"/>
                </a:ext>
              </a:extLst>
            </p:cNvPr>
            <p:cNvSpPr/>
            <p:nvPr/>
          </p:nvSpPr>
          <p:spPr>
            <a:xfrm rot="10800000" flipH="1">
              <a:off x="7825159" y="-2514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 name="Immagine 5" descr="Immagine che contiene testo, schermata, Carattere&#10;&#10;Descrizione generata automaticamente">
            <a:extLst>
              <a:ext uri="{FF2B5EF4-FFF2-40B4-BE49-F238E27FC236}">
                <a16:creationId xmlns:a16="http://schemas.microsoft.com/office/drawing/2014/main" id="{31B9BB33-B0E0-42F2-3325-7BCE2CDC1E44}"/>
              </a:ext>
            </a:extLst>
          </p:cNvPr>
          <p:cNvPicPr>
            <a:picLocks noChangeAspect="1"/>
          </p:cNvPicPr>
          <p:nvPr/>
        </p:nvPicPr>
        <p:blipFill>
          <a:blip r:embed="rId3"/>
          <a:stretch>
            <a:fillRect/>
          </a:stretch>
        </p:blipFill>
        <p:spPr>
          <a:xfrm>
            <a:off x="1583176" y="3343334"/>
            <a:ext cx="2579712" cy="1745099"/>
          </a:xfrm>
          <a:prstGeom prst="rect">
            <a:avLst/>
          </a:prstGeom>
        </p:spPr>
      </p:pic>
    </p:spTree>
    <p:extLst>
      <p:ext uri="{BB962C8B-B14F-4D97-AF65-F5344CB8AC3E}">
        <p14:creationId xmlns:p14="http://schemas.microsoft.com/office/powerpoint/2010/main" val="464761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61">
          <a:extLst>
            <a:ext uri="{FF2B5EF4-FFF2-40B4-BE49-F238E27FC236}">
              <a16:creationId xmlns:a16="http://schemas.microsoft.com/office/drawing/2014/main" id="{24B53994-EE92-EE27-0830-CED4A52FA489}"/>
            </a:ext>
          </a:extLst>
        </p:cNvPr>
        <p:cNvGrpSpPr/>
        <p:nvPr/>
      </p:nvGrpSpPr>
      <p:grpSpPr>
        <a:xfrm>
          <a:off x="0" y="0"/>
          <a:ext cx="0" cy="0"/>
          <a:chOff x="0" y="0"/>
          <a:chExt cx="0" cy="0"/>
        </a:xfrm>
      </p:grpSpPr>
      <p:grpSp>
        <p:nvGrpSpPr>
          <p:cNvPr id="4" name="Google Shape;464;p42">
            <a:extLst>
              <a:ext uri="{FF2B5EF4-FFF2-40B4-BE49-F238E27FC236}">
                <a16:creationId xmlns:a16="http://schemas.microsoft.com/office/drawing/2014/main" id="{F1529241-4B8E-FAA2-4AD2-B48C4B618A03}"/>
              </a:ext>
            </a:extLst>
          </p:cNvPr>
          <p:cNvGrpSpPr/>
          <p:nvPr/>
        </p:nvGrpSpPr>
        <p:grpSpPr>
          <a:xfrm>
            <a:off x="5416642" y="-460659"/>
            <a:ext cx="4086563" cy="6064817"/>
            <a:chOff x="5430930" y="-445784"/>
            <a:chExt cx="4086563" cy="6064817"/>
          </a:xfrm>
        </p:grpSpPr>
        <p:sp>
          <p:nvSpPr>
            <p:cNvPr id="5" name="Google Shape;465;p42">
              <a:extLst>
                <a:ext uri="{FF2B5EF4-FFF2-40B4-BE49-F238E27FC236}">
                  <a16:creationId xmlns:a16="http://schemas.microsoft.com/office/drawing/2014/main" id="{AF471D23-5979-567B-00A4-E38E4FE0111E}"/>
                </a:ext>
              </a:extLst>
            </p:cNvPr>
            <p:cNvSpPr/>
            <p:nvPr/>
          </p:nvSpPr>
          <p:spPr>
            <a:xfrm>
              <a:off x="7368520" y="98876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466;p42">
              <a:extLst>
                <a:ext uri="{FF2B5EF4-FFF2-40B4-BE49-F238E27FC236}">
                  <a16:creationId xmlns:a16="http://schemas.microsoft.com/office/drawing/2014/main" id="{859B579C-2E47-99E8-79D8-F71E66D087DC}"/>
                </a:ext>
              </a:extLst>
            </p:cNvPr>
            <p:cNvSpPr/>
            <p:nvPr/>
          </p:nvSpPr>
          <p:spPr>
            <a:xfrm rot="10800000" flipH="1">
              <a:off x="6036409" y="19621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67;p42">
              <a:extLst>
                <a:ext uri="{FF2B5EF4-FFF2-40B4-BE49-F238E27FC236}">
                  <a16:creationId xmlns:a16="http://schemas.microsoft.com/office/drawing/2014/main" id="{E387A880-C875-4DE4-0EA1-0E51D5B66CE2}"/>
                </a:ext>
              </a:extLst>
            </p:cNvPr>
            <p:cNvSpPr/>
            <p:nvPr/>
          </p:nvSpPr>
          <p:spPr>
            <a:xfrm>
              <a:off x="7309474" y="21661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68;p42">
              <a:extLst>
                <a:ext uri="{FF2B5EF4-FFF2-40B4-BE49-F238E27FC236}">
                  <a16:creationId xmlns:a16="http://schemas.microsoft.com/office/drawing/2014/main" id="{A61F1826-6D36-9B1E-A8B7-172298BB4AE5}"/>
                </a:ext>
              </a:extLst>
            </p:cNvPr>
            <p:cNvSpPr/>
            <p:nvPr/>
          </p:nvSpPr>
          <p:spPr>
            <a:xfrm>
              <a:off x="6269702" y="-4457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69;p42">
              <a:extLst>
                <a:ext uri="{FF2B5EF4-FFF2-40B4-BE49-F238E27FC236}">
                  <a16:creationId xmlns:a16="http://schemas.microsoft.com/office/drawing/2014/main" id="{2E9A7AC2-1E8F-A69B-47FA-58BE2738113D}"/>
                </a:ext>
              </a:extLst>
            </p:cNvPr>
            <p:cNvSpPr/>
            <p:nvPr/>
          </p:nvSpPr>
          <p:spPr>
            <a:xfrm>
              <a:off x="5830483" y="42158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70;p42">
              <a:extLst>
                <a:ext uri="{FF2B5EF4-FFF2-40B4-BE49-F238E27FC236}">
                  <a16:creationId xmlns:a16="http://schemas.microsoft.com/office/drawing/2014/main" id="{3E3F56C6-F671-43EF-ECD5-57514699EEEE}"/>
                </a:ext>
              </a:extLst>
            </p:cNvPr>
            <p:cNvSpPr/>
            <p:nvPr/>
          </p:nvSpPr>
          <p:spPr>
            <a:xfrm>
              <a:off x="6269683" y="133254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71;p42">
              <a:extLst>
                <a:ext uri="{FF2B5EF4-FFF2-40B4-BE49-F238E27FC236}">
                  <a16:creationId xmlns:a16="http://schemas.microsoft.com/office/drawing/2014/main" id="{80C5B319-01F7-2DE0-D419-7C378B1565A7}"/>
                </a:ext>
              </a:extLst>
            </p:cNvPr>
            <p:cNvSpPr/>
            <p:nvPr/>
          </p:nvSpPr>
          <p:spPr>
            <a:xfrm>
              <a:off x="8430764" y="23422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72;p42">
              <a:extLst>
                <a:ext uri="{FF2B5EF4-FFF2-40B4-BE49-F238E27FC236}">
                  <a16:creationId xmlns:a16="http://schemas.microsoft.com/office/drawing/2014/main" id="{D4E93B3E-8F02-D4C8-1B9D-08763EAC57F1}"/>
                </a:ext>
              </a:extLst>
            </p:cNvPr>
            <p:cNvSpPr/>
            <p:nvPr/>
          </p:nvSpPr>
          <p:spPr>
            <a:xfrm>
              <a:off x="7309467" y="261820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73;p42">
              <a:extLst>
                <a:ext uri="{FF2B5EF4-FFF2-40B4-BE49-F238E27FC236}">
                  <a16:creationId xmlns:a16="http://schemas.microsoft.com/office/drawing/2014/main" id="{EEEAB056-ABE1-3D07-980A-499ABA0443C9}"/>
                </a:ext>
              </a:extLst>
            </p:cNvPr>
            <p:cNvSpPr/>
            <p:nvPr/>
          </p:nvSpPr>
          <p:spPr>
            <a:xfrm>
              <a:off x="7962441" y="131801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74;p42">
              <a:extLst>
                <a:ext uri="{FF2B5EF4-FFF2-40B4-BE49-F238E27FC236}">
                  <a16:creationId xmlns:a16="http://schemas.microsoft.com/office/drawing/2014/main" id="{5542B39A-E8EC-2253-78F1-21437AE5333E}"/>
                </a:ext>
              </a:extLst>
            </p:cNvPr>
            <p:cNvSpPr/>
            <p:nvPr/>
          </p:nvSpPr>
          <p:spPr>
            <a:xfrm rot="10800000" flipH="1">
              <a:off x="6351880" y="311086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75;p42">
              <a:extLst>
                <a:ext uri="{FF2B5EF4-FFF2-40B4-BE49-F238E27FC236}">
                  <a16:creationId xmlns:a16="http://schemas.microsoft.com/office/drawing/2014/main" id="{0E6921B3-C76B-3C8B-FB0F-3C7BEF33A89A}"/>
                </a:ext>
              </a:extLst>
            </p:cNvPr>
            <p:cNvSpPr/>
            <p:nvPr/>
          </p:nvSpPr>
          <p:spPr>
            <a:xfrm rot="10800000" flipH="1">
              <a:off x="6790284" y="354856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76;p42">
              <a:extLst>
                <a:ext uri="{FF2B5EF4-FFF2-40B4-BE49-F238E27FC236}">
                  <a16:creationId xmlns:a16="http://schemas.microsoft.com/office/drawing/2014/main" id="{B0A8834F-46C2-8173-6565-D216295FC025}"/>
                </a:ext>
              </a:extLst>
            </p:cNvPr>
            <p:cNvSpPr/>
            <p:nvPr/>
          </p:nvSpPr>
          <p:spPr>
            <a:xfrm rot="10800000" flipH="1">
              <a:off x="5430930" y="465091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477;p42">
              <a:extLst>
                <a:ext uri="{FF2B5EF4-FFF2-40B4-BE49-F238E27FC236}">
                  <a16:creationId xmlns:a16="http://schemas.microsoft.com/office/drawing/2014/main" id="{DA7AACB0-55FD-914F-7404-520D73C60981}"/>
                </a:ext>
              </a:extLst>
            </p:cNvPr>
            <p:cNvSpPr/>
            <p:nvPr/>
          </p:nvSpPr>
          <p:spPr>
            <a:xfrm>
              <a:off x="8678783" y="266882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78;p42">
              <a:extLst>
                <a:ext uri="{FF2B5EF4-FFF2-40B4-BE49-F238E27FC236}">
                  <a16:creationId xmlns:a16="http://schemas.microsoft.com/office/drawing/2014/main" id="{721370F8-7519-98A0-16DB-E112A5D4DE62}"/>
                </a:ext>
              </a:extLst>
            </p:cNvPr>
            <p:cNvSpPr/>
            <p:nvPr/>
          </p:nvSpPr>
          <p:spPr>
            <a:xfrm>
              <a:off x="8430773" y="22359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79;p42">
              <a:extLst>
                <a:ext uri="{FF2B5EF4-FFF2-40B4-BE49-F238E27FC236}">
                  <a16:creationId xmlns:a16="http://schemas.microsoft.com/office/drawing/2014/main" id="{508F23E9-68E6-749E-109A-D60939C45E97}"/>
                </a:ext>
              </a:extLst>
            </p:cNvPr>
            <p:cNvSpPr/>
            <p:nvPr/>
          </p:nvSpPr>
          <p:spPr>
            <a:xfrm rot="10800000" flipH="1">
              <a:off x="8119787" y="363695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80;p42">
              <a:extLst>
                <a:ext uri="{FF2B5EF4-FFF2-40B4-BE49-F238E27FC236}">
                  <a16:creationId xmlns:a16="http://schemas.microsoft.com/office/drawing/2014/main" id="{E509B6FA-61A6-F3D2-08B9-C53D0DD4BFA3}"/>
                </a:ext>
              </a:extLst>
            </p:cNvPr>
            <p:cNvSpPr/>
            <p:nvPr/>
          </p:nvSpPr>
          <p:spPr>
            <a:xfrm rot="10800000" flipH="1">
              <a:off x="7697255" y="411247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81;p42">
              <a:extLst>
                <a:ext uri="{FF2B5EF4-FFF2-40B4-BE49-F238E27FC236}">
                  <a16:creationId xmlns:a16="http://schemas.microsoft.com/office/drawing/2014/main" id="{0663238D-FFDC-C4B2-B5E2-04B1A0B36D19}"/>
                </a:ext>
              </a:extLst>
            </p:cNvPr>
            <p:cNvSpPr/>
            <p:nvPr/>
          </p:nvSpPr>
          <p:spPr>
            <a:xfrm>
              <a:off x="6628072" y="11249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82;p42">
              <a:extLst>
                <a:ext uri="{FF2B5EF4-FFF2-40B4-BE49-F238E27FC236}">
                  <a16:creationId xmlns:a16="http://schemas.microsoft.com/office/drawing/2014/main" id="{71F7E444-8874-1FE7-1B5C-EA4EBAF48ABE}"/>
                </a:ext>
              </a:extLst>
            </p:cNvPr>
            <p:cNvSpPr/>
            <p:nvPr/>
          </p:nvSpPr>
          <p:spPr>
            <a:xfrm rot="10800000" flipH="1">
              <a:off x="7825159" y="-2514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2" name="Google Shape;462;p42">
            <a:extLst>
              <a:ext uri="{FF2B5EF4-FFF2-40B4-BE49-F238E27FC236}">
                <a16:creationId xmlns:a16="http://schemas.microsoft.com/office/drawing/2014/main" id="{EE5E4C17-9E59-1626-72AC-2E9668669212}"/>
              </a:ext>
            </a:extLst>
          </p:cNvPr>
          <p:cNvSpPr txBox="1">
            <a:spLocks noGrp="1"/>
          </p:cNvSpPr>
          <p:nvPr>
            <p:ph type="title"/>
          </p:nvPr>
        </p:nvSpPr>
        <p:spPr>
          <a:xfrm>
            <a:off x="720000" y="445025"/>
            <a:ext cx="5549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IT" dirty="0">
                <a:latin typeface="Outfit" panose="020B0604020202020204" charset="0"/>
              </a:rPr>
              <a:t>Filtraggio preliminare</a:t>
            </a:r>
            <a:endParaRPr dirty="0">
              <a:latin typeface="Outfit" panose="020B0604020202020204" charset="0"/>
            </a:endParaRPr>
          </a:p>
        </p:txBody>
      </p:sp>
      <p:sp>
        <p:nvSpPr>
          <p:cNvPr id="463" name="Google Shape;463;p42">
            <a:extLst>
              <a:ext uri="{FF2B5EF4-FFF2-40B4-BE49-F238E27FC236}">
                <a16:creationId xmlns:a16="http://schemas.microsoft.com/office/drawing/2014/main" id="{89944B51-F616-3C6F-C0C7-0015C2B6860F}"/>
              </a:ext>
            </a:extLst>
          </p:cNvPr>
          <p:cNvSpPr txBox="1">
            <a:spLocks noGrp="1"/>
          </p:cNvSpPr>
          <p:nvPr>
            <p:ph type="subTitle" idx="1"/>
          </p:nvPr>
        </p:nvSpPr>
        <p:spPr>
          <a:xfrm>
            <a:off x="725632" y="1264806"/>
            <a:ext cx="4294800" cy="3433669"/>
          </a:xfrm>
          <a:prstGeom prst="rect">
            <a:avLst/>
          </a:prstGeom>
        </p:spPr>
        <p:txBody>
          <a:bodyPr spcFirstLastPara="1" wrap="square" lIns="91425" tIns="91425" rIns="91425" bIns="91425" anchor="t" anchorCtr="0">
            <a:noAutofit/>
          </a:bodyPr>
          <a:lstStyle/>
          <a:p>
            <a:pPr marL="139700" lvl="0" indent="0" algn="l" rtl="0">
              <a:spcBef>
                <a:spcPts val="1000"/>
              </a:spcBef>
              <a:spcAft>
                <a:spcPts val="0"/>
              </a:spcAft>
              <a:buSzPts val="1400"/>
              <a:buNone/>
            </a:pPr>
            <a:r>
              <a:rPr lang="it-IT" b="1" dirty="0"/>
              <a:t>2° Fase:</a:t>
            </a:r>
            <a:r>
              <a:rPr lang="it-IT" dirty="0"/>
              <a:t> Delle feature selezionate al passo precedente, 30 di queste hanno almeno un valore nullo. </a:t>
            </a:r>
          </a:p>
          <a:p>
            <a:pPr marL="139700" lvl="0" indent="0" algn="l" rtl="0">
              <a:spcBef>
                <a:spcPts val="1000"/>
              </a:spcBef>
              <a:spcAft>
                <a:spcPts val="0"/>
              </a:spcAft>
              <a:buSzPts val="1400"/>
              <a:buNone/>
            </a:pPr>
            <a:r>
              <a:rPr lang="it-IT" dirty="0"/>
              <a:t>Il secondo passo consiste nell’</a:t>
            </a:r>
            <a:r>
              <a:rPr lang="it-IT" u="sng" dirty="0"/>
              <a:t>eliminare tutte le istanze con almeno 2 valori NaN</a:t>
            </a:r>
            <a:r>
              <a:rPr lang="it-IT" dirty="0"/>
              <a:t>, in questo modo si riduce il rumore introdotto dall’approssimazione dei valori nulli rimanenti.</a:t>
            </a:r>
          </a:p>
          <a:p>
            <a:pPr marL="139700" lvl="0" indent="0" algn="l" rtl="0">
              <a:spcBef>
                <a:spcPts val="1000"/>
              </a:spcBef>
              <a:spcAft>
                <a:spcPts val="0"/>
              </a:spcAft>
              <a:buSzPts val="1400"/>
              <a:buNone/>
            </a:pPr>
            <a:endParaRPr lang="it-IT" dirty="0"/>
          </a:p>
          <a:p>
            <a:pPr marL="139700" lvl="0" indent="0" algn="l" rtl="0">
              <a:spcBef>
                <a:spcPts val="1000"/>
              </a:spcBef>
              <a:spcAft>
                <a:spcPts val="0"/>
              </a:spcAft>
              <a:buSzPts val="1400"/>
              <a:buNone/>
            </a:pPr>
            <a:endParaRPr lang="it-IT" dirty="0"/>
          </a:p>
          <a:p>
            <a:pPr marL="139700" lvl="0" indent="0" algn="l" rtl="0">
              <a:spcBef>
                <a:spcPts val="1000"/>
              </a:spcBef>
              <a:spcAft>
                <a:spcPts val="0"/>
              </a:spcAft>
              <a:buSzPts val="1400"/>
              <a:buNone/>
            </a:pPr>
            <a:r>
              <a:rPr lang="it-IT" b="1" dirty="0">
                <a:solidFill>
                  <a:schemeClr val="accent1"/>
                </a:solidFill>
              </a:rPr>
              <a:t>NOTA:</a:t>
            </a:r>
            <a:r>
              <a:rPr lang="it-IT" dirty="0"/>
              <a:t> Con questa operazione vengono eliminate 858 istanze incomplete.</a:t>
            </a:r>
          </a:p>
        </p:txBody>
      </p:sp>
      <p:pic>
        <p:nvPicPr>
          <p:cNvPr id="3" name="Immagine 2" descr="Immagine che contiene testo, schermata, software&#10;&#10;Descrizione generata automaticamente">
            <a:extLst>
              <a:ext uri="{FF2B5EF4-FFF2-40B4-BE49-F238E27FC236}">
                <a16:creationId xmlns:a16="http://schemas.microsoft.com/office/drawing/2014/main" id="{4889F3EA-1721-9950-3408-51E9823C102A}"/>
              </a:ext>
            </a:extLst>
          </p:cNvPr>
          <p:cNvPicPr>
            <a:picLocks noChangeAspect="1"/>
          </p:cNvPicPr>
          <p:nvPr/>
        </p:nvPicPr>
        <p:blipFill>
          <a:blip r:embed="rId3"/>
          <a:stretch>
            <a:fillRect/>
          </a:stretch>
        </p:blipFill>
        <p:spPr>
          <a:xfrm>
            <a:off x="5721104" y="445025"/>
            <a:ext cx="3219696" cy="4450080"/>
          </a:xfrm>
          <a:prstGeom prst="rect">
            <a:avLst/>
          </a:prstGeom>
        </p:spPr>
      </p:pic>
    </p:spTree>
    <p:extLst>
      <p:ext uri="{BB962C8B-B14F-4D97-AF65-F5344CB8AC3E}">
        <p14:creationId xmlns:p14="http://schemas.microsoft.com/office/powerpoint/2010/main" val="9451459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61">
          <a:extLst>
            <a:ext uri="{FF2B5EF4-FFF2-40B4-BE49-F238E27FC236}">
              <a16:creationId xmlns:a16="http://schemas.microsoft.com/office/drawing/2014/main" id="{F9D3AECE-9F66-B44B-F7DE-32BA4B9175F4}"/>
            </a:ext>
          </a:extLst>
        </p:cNvPr>
        <p:cNvGrpSpPr/>
        <p:nvPr/>
      </p:nvGrpSpPr>
      <p:grpSpPr>
        <a:xfrm>
          <a:off x="0" y="0"/>
          <a:ext cx="0" cy="0"/>
          <a:chOff x="0" y="0"/>
          <a:chExt cx="0" cy="0"/>
        </a:xfrm>
      </p:grpSpPr>
      <p:grpSp>
        <p:nvGrpSpPr>
          <p:cNvPr id="464" name="Google Shape;464;p42">
            <a:extLst>
              <a:ext uri="{FF2B5EF4-FFF2-40B4-BE49-F238E27FC236}">
                <a16:creationId xmlns:a16="http://schemas.microsoft.com/office/drawing/2014/main" id="{D71CFDCF-8DD1-6643-E99E-F0F6AF517D9C}"/>
              </a:ext>
            </a:extLst>
          </p:cNvPr>
          <p:cNvGrpSpPr/>
          <p:nvPr/>
        </p:nvGrpSpPr>
        <p:grpSpPr>
          <a:xfrm>
            <a:off x="5416642" y="-460659"/>
            <a:ext cx="4086563" cy="6064817"/>
            <a:chOff x="5430930" y="-445784"/>
            <a:chExt cx="4086563" cy="6064817"/>
          </a:xfrm>
        </p:grpSpPr>
        <p:sp>
          <p:nvSpPr>
            <p:cNvPr id="465" name="Google Shape;465;p42">
              <a:extLst>
                <a:ext uri="{FF2B5EF4-FFF2-40B4-BE49-F238E27FC236}">
                  <a16:creationId xmlns:a16="http://schemas.microsoft.com/office/drawing/2014/main" id="{54356D4A-E5DD-A6D4-7A3F-76C0FB16DFB0}"/>
                </a:ext>
              </a:extLst>
            </p:cNvPr>
            <p:cNvSpPr/>
            <p:nvPr/>
          </p:nvSpPr>
          <p:spPr>
            <a:xfrm>
              <a:off x="7368520" y="98876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42">
              <a:extLst>
                <a:ext uri="{FF2B5EF4-FFF2-40B4-BE49-F238E27FC236}">
                  <a16:creationId xmlns:a16="http://schemas.microsoft.com/office/drawing/2014/main" id="{7338F5F2-178E-E5B7-6F5E-87E221E2316C}"/>
                </a:ext>
              </a:extLst>
            </p:cNvPr>
            <p:cNvSpPr/>
            <p:nvPr/>
          </p:nvSpPr>
          <p:spPr>
            <a:xfrm rot="10800000" flipH="1">
              <a:off x="6036409" y="19621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42">
              <a:extLst>
                <a:ext uri="{FF2B5EF4-FFF2-40B4-BE49-F238E27FC236}">
                  <a16:creationId xmlns:a16="http://schemas.microsoft.com/office/drawing/2014/main" id="{F69D28C7-0B9B-A46C-7DDC-8061B7B3B86D}"/>
                </a:ext>
              </a:extLst>
            </p:cNvPr>
            <p:cNvSpPr/>
            <p:nvPr/>
          </p:nvSpPr>
          <p:spPr>
            <a:xfrm>
              <a:off x="7309474" y="21661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42">
              <a:extLst>
                <a:ext uri="{FF2B5EF4-FFF2-40B4-BE49-F238E27FC236}">
                  <a16:creationId xmlns:a16="http://schemas.microsoft.com/office/drawing/2014/main" id="{19D01157-5579-A17A-D863-033D2CECB357}"/>
                </a:ext>
              </a:extLst>
            </p:cNvPr>
            <p:cNvSpPr/>
            <p:nvPr/>
          </p:nvSpPr>
          <p:spPr>
            <a:xfrm>
              <a:off x="6269702" y="-4457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42">
              <a:extLst>
                <a:ext uri="{FF2B5EF4-FFF2-40B4-BE49-F238E27FC236}">
                  <a16:creationId xmlns:a16="http://schemas.microsoft.com/office/drawing/2014/main" id="{149CB12C-942D-3223-6EE3-16437658C738}"/>
                </a:ext>
              </a:extLst>
            </p:cNvPr>
            <p:cNvSpPr/>
            <p:nvPr/>
          </p:nvSpPr>
          <p:spPr>
            <a:xfrm>
              <a:off x="5830483" y="42158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42">
              <a:extLst>
                <a:ext uri="{FF2B5EF4-FFF2-40B4-BE49-F238E27FC236}">
                  <a16:creationId xmlns:a16="http://schemas.microsoft.com/office/drawing/2014/main" id="{0F54970A-16C0-1CD8-19A1-B94555960E1E}"/>
                </a:ext>
              </a:extLst>
            </p:cNvPr>
            <p:cNvSpPr/>
            <p:nvPr/>
          </p:nvSpPr>
          <p:spPr>
            <a:xfrm>
              <a:off x="6269683" y="133254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42">
              <a:extLst>
                <a:ext uri="{FF2B5EF4-FFF2-40B4-BE49-F238E27FC236}">
                  <a16:creationId xmlns:a16="http://schemas.microsoft.com/office/drawing/2014/main" id="{539D9AB1-0EB5-8296-4245-C416E73B6B1B}"/>
                </a:ext>
              </a:extLst>
            </p:cNvPr>
            <p:cNvSpPr/>
            <p:nvPr/>
          </p:nvSpPr>
          <p:spPr>
            <a:xfrm>
              <a:off x="8430764" y="23422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42">
              <a:extLst>
                <a:ext uri="{FF2B5EF4-FFF2-40B4-BE49-F238E27FC236}">
                  <a16:creationId xmlns:a16="http://schemas.microsoft.com/office/drawing/2014/main" id="{652B12B7-A857-6A43-018E-141F2722B6DA}"/>
                </a:ext>
              </a:extLst>
            </p:cNvPr>
            <p:cNvSpPr/>
            <p:nvPr/>
          </p:nvSpPr>
          <p:spPr>
            <a:xfrm>
              <a:off x="7309467" y="261820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42">
              <a:extLst>
                <a:ext uri="{FF2B5EF4-FFF2-40B4-BE49-F238E27FC236}">
                  <a16:creationId xmlns:a16="http://schemas.microsoft.com/office/drawing/2014/main" id="{B8F0E028-E71D-1806-ED98-341DB08E9D7D}"/>
                </a:ext>
              </a:extLst>
            </p:cNvPr>
            <p:cNvSpPr/>
            <p:nvPr/>
          </p:nvSpPr>
          <p:spPr>
            <a:xfrm>
              <a:off x="7962441" y="131801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42">
              <a:extLst>
                <a:ext uri="{FF2B5EF4-FFF2-40B4-BE49-F238E27FC236}">
                  <a16:creationId xmlns:a16="http://schemas.microsoft.com/office/drawing/2014/main" id="{3FCAC877-5884-ACBD-3D20-7C1CA8C7D0D0}"/>
                </a:ext>
              </a:extLst>
            </p:cNvPr>
            <p:cNvSpPr/>
            <p:nvPr/>
          </p:nvSpPr>
          <p:spPr>
            <a:xfrm rot="10800000" flipH="1">
              <a:off x="6351880" y="311086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42">
              <a:extLst>
                <a:ext uri="{FF2B5EF4-FFF2-40B4-BE49-F238E27FC236}">
                  <a16:creationId xmlns:a16="http://schemas.microsoft.com/office/drawing/2014/main" id="{64068F3C-9AD5-FA44-548C-340C8F0F088B}"/>
                </a:ext>
              </a:extLst>
            </p:cNvPr>
            <p:cNvSpPr/>
            <p:nvPr/>
          </p:nvSpPr>
          <p:spPr>
            <a:xfrm rot="10800000" flipH="1">
              <a:off x="6790284" y="354856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42">
              <a:extLst>
                <a:ext uri="{FF2B5EF4-FFF2-40B4-BE49-F238E27FC236}">
                  <a16:creationId xmlns:a16="http://schemas.microsoft.com/office/drawing/2014/main" id="{9B316EE9-2E20-F93F-033E-C27A61238DDF}"/>
                </a:ext>
              </a:extLst>
            </p:cNvPr>
            <p:cNvSpPr/>
            <p:nvPr/>
          </p:nvSpPr>
          <p:spPr>
            <a:xfrm rot="10800000" flipH="1">
              <a:off x="5430930" y="465091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42">
              <a:extLst>
                <a:ext uri="{FF2B5EF4-FFF2-40B4-BE49-F238E27FC236}">
                  <a16:creationId xmlns:a16="http://schemas.microsoft.com/office/drawing/2014/main" id="{E9F71482-237B-AA8B-ADD1-9689943EA06E}"/>
                </a:ext>
              </a:extLst>
            </p:cNvPr>
            <p:cNvSpPr/>
            <p:nvPr/>
          </p:nvSpPr>
          <p:spPr>
            <a:xfrm>
              <a:off x="8678783" y="266882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42">
              <a:extLst>
                <a:ext uri="{FF2B5EF4-FFF2-40B4-BE49-F238E27FC236}">
                  <a16:creationId xmlns:a16="http://schemas.microsoft.com/office/drawing/2014/main" id="{3680EF61-23C0-C4B5-2A92-CE32EBF56DD2}"/>
                </a:ext>
              </a:extLst>
            </p:cNvPr>
            <p:cNvSpPr/>
            <p:nvPr/>
          </p:nvSpPr>
          <p:spPr>
            <a:xfrm>
              <a:off x="8430773" y="22359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42">
              <a:extLst>
                <a:ext uri="{FF2B5EF4-FFF2-40B4-BE49-F238E27FC236}">
                  <a16:creationId xmlns:a16="http://schemas.microsoft.com/office/drawing/2014/main" id="{997D5E58-10EA-C0C7-4C91-F54CC46DB5B7}"/>
                </a:ext>
              </a:extLst>
            </p:cNvPr>
            <p:cNvSpPr/>
            <p:nvPr/>
          </p:nvSpPr>
          <p:spPr>
            <a:xfrm rot="10800000" flipH="1">
              <a:off x="8119787" y="363695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42">
              <a:extLst>
                <a:ext uri="{FF2B5EF4-FFF2-40B4-BE49-F238E27FC236}">
                  <a16:creationId xmlns:a16="http://schemas.microsoft.com/office/drawing/2014/main" id="{324C74B1-0937-056D-1888-8B9EA225F3C2}"/>
                </a:ext>
              </a:extLst>
            </p:cNvPr>
            <p:cNvSpPr/>
            <p:nvPr/>
          </p:nvSpPr>
          <p:spPr>
            <a:xfrm rot="10800000" flipH="1">
              <a:off x="7697255" y="411247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42">
              <a:extLst>
                <a:ext uri="{FF2B5EF4-FFF2-40B4-BE49-F238E27FC236}">
                  <a16:creationId xmlns:a16="http://schemas.microsoft.com/office/drawing/2014/main" id="{CA1C4CA3-F5F8-4B1E-8CCD-B640E0808AFB}"/>
                </a:ext>
              </a:extLst>
            </p:cNvPr>
            <p:cNvSpPr/>
            <p:nvPr/>
          </p:nvSpPr>
          <p:spPr>
            <a:xfrm>
              <a:off x="6628072" y="11249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42">
              <a:extLst>
                <a:ext uri="{FF2B5EF4-FFF2-40B4-BE49-F238E27FC236}">
                  <a16:creationId xmlns:a16="http://schemas.microsoft.com/office/drawing/2014/main" id="{709AA509-80D7-B60F-5D7A-C7EDF766539A}"/>
                </a:ext>
              </a:extLst>
            </p:cNvPr>
            <p:cNvSpPr/>
            <p:nvPr/>
          </p:nvSpPr>
          <p:spPr>
            <a:xfrm rot="10800000" flipH="1">
              <a:off x="7825159" y="-2514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2" name="Google Shape;462;p42">
            <a:extLst>
              <a:ext uri="{FF2B5EF4-FFF2-40B4-BE49-F238E27FC236}">
                <a16:creationId xmlns:a16="http://schemas.microsoft.com/office/drawing/2014/main" id="{3D37830B-B57D-0826-8165-6265946EFE37}"/>
              </a:ext>
            </a:extLst>
          </p:cNvPr>
          <p:cNvSpPr txBox="1">
            <a:spLocks noGrp="1"/>
          </p:cNvSpPr>
          <p:nvPr>
            <p:ph type="title"/>
          </p:nvPr>
        </p:nvSpPr>
        <p:spPr>
          <a:xfrm>
            <a:off x="720000" y="445025"/>
            <a:ext cx="5549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IT" dirty="0">
                <a:latin typeface="Outfit" panose="020B0604020202020204" charset="0"/>
              </a:rPr>
              <a:t>Approssimazione dei NaN</a:t>
            </a:r>
            <a:endParaRPr dirty="0">
              <a:latin typeface="Outfit" panose="020B0604020202020204" charset="0"/>
            </a:endParaRPr>
          </a:p>
        </p:txBody>
      </p:sp>
      <p:sp>
        <p:nvSpPr>
          <p:cNvPr id="463" name="Google Shape;463;p42">
            <a:extLst>
              <a:ext uri="{FF2B5EF4-FFF2-40B4-BE49-F238E27FC236}">
                <a16:creationId xmlns:a16="http://schemas.microsoft.com/office/drawing/2014/main" id="{80A3B733-68DD-4FEA-B47F-13AC2575C99E}"/>
              </a:ext>
            </a:extLst>
          </p:cNvPr>
          <p:cNvSpPr txBox="1">
            <a:spLocks noGrp="1"/>
          </p:cNvSpPr>
          <p:nvPr>
            <p:ph type="subTitle" idx="1"/>
          </p:nvPr>
        </p:nvSpPr>
        <p:spPr>
          <a:xfrm>
            <a:off x="725632" y="1264807"/>
            <a:ext cx="4294800" cy="1831181"/>
          </a:xfrm>
          <a:prstGeom prst="rect">
            <a:avLst/>
          </a:prstGeom>
        </p:spPr>
        <p:txBody>
          <a:bodyPr spcFirstLastPara="1" wrap="square" lIns="91425" tIns="91425" rIns="91425" bIns="91425" anchor="t" anchorCtr="0">
            <a:noAutofit/>
          </a:bodyPr>
          <a:lstStyle/>
          <a:p>
            <a:pPr marL="139700" lvl="0" indent="0" algn="l" rtl="0">
              <a:spcBef>
                <a:spcPts val="1000"/>
              </a:spcBef>
              <a:spcAft>
                <a:spcPts val="0"/>
              </a:spcAft>
              <a:buSzPts val="1400"/>
              <a:buNone/>
            </a:pPr>
            <a:r>
              <a:rPr lang="it-IT" b="1" dirty="0"/>
              <a:t>3° Fase:</a:t>
            </a:r>
            <a:r>
              <a:rPr lang="it-IT" dirty="0"/>
              <a:t> Per ognuna delle 30 feature viene condotta un’</a:t>
            </a:r>
            <a:r>
              <a:rPr lang="it-IT" u="sng" dirty="0"/>
              <a:t>approssimazione specifica.</a:t>
            </a:r>
            <a:r>
              <a:rPr lang="it-IT" dirty="0"/>
              <a:t> </a:t>
            </a:r>
          </a:p>
          <a:p>
            <a:pPr>
              <a:spcBef>
                <a:spcPts val="1000"/>
              </a:spcBef>
              <a:buSzPts val="1400"/>
            </a:pPr>
            <a:r>
              <a:rPr lang="it-IT" dirty="0"/>
              <a:t>Per le feature reputate fondamentali (in base al loro valore potrebbe cambiare l’esito dell’analisi) si preferisce eliminare le istanze con valore NaN.</a:t>
            </a:r>
          </a:p>
        </p:txBody>
      </p:sp>
      <p:pic>
        <p:nvPicPr>
          <p:cNvPr id="7" name="Immagine 6" descr="Immagine che contiene testo, schermata, Carattere&#10;&#10;Descrizione generata automaticamente">
            <a:extLst>
              <a:ext uri="{FF2B5EF4-FFF2-40B4-BE49-F238E27FC236}">
                <a16:creationId xmlns:a16="http://schemas.microsoft.com/office/drawing/2014/main" id="{E654C808-C097-F30A-FE5C-B25A9D9D87DB}"/>
              </a:ext>
            </a:extLst>
          </p:cNvPr>
          <p:cNvPicPr>
            <a:picLocks noChangeAspect="1"/>
          </p:cNvPicPr>
          <p:nvPr/>
        </p:nvPicPr>
        <p:blipFill>
          <a:blip r:embed="rId3"/>
          <a:stretch>
            <a:fillRect/>
          </a:stretch>
        </p:blipFill>
        <p:spPr>
          <a:xfrm>
            <a:off x="622323" y="3467811"/>
            <a:ext cx="3838501" cy="1099878"/>
          </a:xfrm>
          <a:prstGeom prst="rect">
            <a:avLst/>
          </a:prstGeom>
        </p:spPr>
      </p:pic>
      <p:pic>
        <p:nvPicPr>
          <p:cNvPr id="9" name="Immagine 8" descr="Immagine che contiene testo, schermata, Carattere&#10;&#10;Descrizione generata automaticamente">
            <a:extLst>
              <a:ext uri="{FF2B5EF4-FFF2-40B4-BE49-F238E27FC236}">
                <a16:creationId xmlns:a16="http://schemas.microsoft.com/office/drawing/2014/main" id="{806BEAE5-38EB-2F6E-DDA3-B563820083F1}"/>
              </a:ext>
            </a:extLst>
          </p:cNvPr>
          <p:cNvPicPr>
            <a:picLocks noChangeAspect="1"/>
          </p:cNvPicPr>
          <p:nvPr/>
        </p:nvPicPr>
        <p:blipFill>
          <a:blip r:embed="rId4"/>
          <a:stretch>
            <a:fillRect/>
          </a:stretch>
        </p:blipFill>
        <p:spPr>
          <a:xfrm>
            <a:off x="4723189" y="3475813"/>
            <a:ext cx="4288039" cy="1099878"/>
          </a:xfrm>
          <a:prstGeom prst="rect">
            <a:avLst/>
          </a:prstGeom>
        </p:spPr>
      </p:pic>
    </p:spTree>
    <p:extLst>
      <p:ext uri="{BB962C8B-B14F-4D97-AF65-F5344CB8AC3E}">
        <p14:creationId xmlns:p14="http://schemas.microsoft.com/office/powerpoint/2010/main" val="1010155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61">
          <a:extLst>
            <a:ext uri="{FF2B5EF4-FFF2-40B4-BE49-F238E27FC236}">
              <a16:creationId xmlns:a16="http://schemas.microsoft.com/office/drawing/2014/main" id="{4D8C5BCF-2D0C-33FA-D963-CF432978D0E1}"/>
            </a:ext>
          </a:extLst>
        </p:cNvPr>
        <p:cNvGrpSpPr/>
        <p:nvPr/>
      </p:nvGrpSpPr>
      <p:grpSpPr>
        <a:xfrm>
          <a:off x="0" y="0"/>
          <a:ext cx="0" cy="0"/>
          <a:chOff x="0" y="0"/>
          <a:chExt cx="0" cy="0"/>
        </a:xfrm>
      </p:grpSpPr>
      <p:grpSp>
        <p:nvGrpSpPr>
          <p:cNvPr id="464" name="Google Shape;464;p42">
            <a:extLst>
              <a:ext uri="{FF2B5EF4-FFF2-40B4-BE49-F238E27FC236}">
                <a16:creationId xmlns:a16="http://schemas.microsoft.com/office/drawing/2014/main" id="{AD891EE2-CED3-5BBF-CFE8-EC207E141AA9}"/>
              </a:ext>
            </a:extLst>
          </p:cNvPr>
          <p:cNvGrpSpPr/>
          <p:nvPr/>
        </p:nvGrpSpPr>
        <p:grpSpPr>
          <a:xfrm>
            <a:off x="5416642" y="-460659"/>
            <a:ext cx="4086563" cy="6064817"/>
            <a:chOff x="5430930" y="-445784"/>
            <a:chExt cx="4086563" cy="6064817"/>
          </a:xfrm>
        </p:grpSpPr>
        <p:sp>
          <p:nvSpPr>
            <p:cNvPr id="465" name="Google Shape;465;p42">
              <a:extLst>
                <a:ext uri="{FF2B5EF4-FFF2-40B4-BE49-F238E27FC236}">
                  <a16:creationId xmlns:a16="http://schemas.microsoft.com/office/drawing/2014/main" id="{918855A2-AFBF-5831-5FDB-1AEB856E471F}"/>
                </a:ext>
              </a:extLst>
            </p:cNvPr>
            <p:cNvSpPr/>
            <p:nvPr/>
          </p:nvSpPr>
          <p:spPr>
            <a:xfrm>
              <a:off x="7368520" y="98876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42">
              <a:extLst>
                <a:ext uri="{FF2B5EF4-FFF2-40B4-BE49-F238E27FC236}">
                  <a16:creationId xmlns:a16="http://schemas.microsoft.com/office/drawing/2014/main" id="{8EC8397B-6882-1017-CE14-E6F564AC0176}"/>
                </a:ext>
              </a:extLst>
            </p:cNvPr>
            <p:cNvSpPr/>
            <p:nvPr/>
          </p:nvSpPr>
          <p:spPr>
            <a:xfrm rot="10800000" flipH="1">
              <a:off x="6036409" y="19621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42">
              <a:extLst>
                <a:ext uri="{FF2B5EF4-FFF2-40B4-BE49-F238E27FC236}">
                  <a16:creationId xmlns:a16="http://schemas.microsoft.com/office/drawing/2014/main" id="{E6809BBE-A9DA-09EA-3382-E10CF17930BD}"/>
                </a:ext>
              </a:extLst>
            </p:cNvPr>
            <p:cNvSpPr/>
            <p:nvPr/>
          </p:nvSpPr>
          <p:spPr>
            <a:xfrm>
              <a:off x="7309474" y="21661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42">
              <a:extLst>
                <a:ext uri="{FF2B5EF4-FFF2-40B4-BE49-F238E27FC236}">
                  <a16:creationId xmlns:a16="http://schemas.microsoft.com/office/drawing/2014/main" id="{E9403C8A-0AE5-BAA1-7021-FD2C0D82CCDA}"/>
                </a:ext>
              </a:extLst>
            </p:cNvPr>
            <p:cNvSpPr/>
            <p:nvPr/>
          </p:nvSpPr>
          <p:spPr>
            <a:xfrm>
              <a:off x="6269702" y="-4457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42">
              <a:extLst>
                <a:ext uri="{FF2B5EF4-FFF2-40B4-BE49-F238E27FC236}">
                  <a16:creationId xmlns:a16="http://schemas.microsoft.com/office/drawing/2014/main" id="{0BB2EA18-D9ED-703A-0728-A76869D82B2A}"/>
                </a:ext>
              </a:extLst>
            </p:cNvPr>
            <p:cNvSpPr/>
            <p:nvPr/>
          </p:nvSpPr>
          <p:spPr>
            <a:xfrm>
              <a:off x="5830483" y="42158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42">
              <a:extLst>
                <a:ext uri="{FF2B5EF4-FFF2-40B4-BE49-F238E27FC236}">
                  <a16:creationId xmlns:a16="http://schemas.microsoft.com/office/drawing/2014/main" id="{C8718084-56BC-8406-23D3-837ACCFF2A23}"/>
                </a:ext>
              </a:extLst>
            </p:cNvPr>
            <p:cNvSpPr/>
            <p:nvPr/>
          </p:nvSpPr>
          <p:spPr>
            <a:xfrm>
              <a:off x="6269683" y="133254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42">
              <a:extLst>
                <a:ext uri="{FF2B5EF4-FFF2-40B4-BE49-F238E27FC236}">
                  <a16:creationId xmlns:a16="http://schemas.microsoft.com/office/drawing/2014/main" id="{64B26929-9C2C-397A-C560-DAD741BE716C}"/>
                </a:ext>
              </a:extLst>
            </p:cNvPr>
            <p:cNvSpPr/>
            <p:nvPr/>
          </p:nvSpPr>
          <p:spPr>
            <a:xfrm>
              <a:off x="8430764" y="23422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42">
              <a:extLst>
                <a:ext uri="{FF2B5EF4-FFF2-40B4-BE49-F238E27FC236}">
                  <a16:creationId xmlns:a16="http://schemas.microsoft.com/office/drawing/2014/main" id="{0FDF1BAA-EF8D-A6DA-B73A-36FED57F2EAA}"/>
                </a:ext>
              </a:extLst>
            </p:cNvPr>
            <p:cNvSpPr/>
            <p:nvPr/>
          </p:nvSpPr>
          <p:spPr>
            <a:xfrm>
              <a:off x="7309467" y="261820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42">
              <a:extLst>
                <a:ext uri="{FF2B5EF4-FFF2-40B4-BE49-F238E27FC236}">
                  <a16:creationId xmlns:a16="http://schemas.microsoft.com/office/drawing/2014/main" id="{7FD9D909-CE6F-43C3-63CE-2FA6D545336F}"/>
                </a:ext>
              </a:extLst>
            </p:cNvPr>
            <p:cNvSpPr/>
            <p:nvPr/>
          </p:nvSpPr>
          <p:spPr>
            <a:xfrm>
              <a:off x="7962441" y="131801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42">
              <a:extLst>
                <a:ext uri="{FF2B5EF4-FFF2-40B4-BE49-F238E27FC236}">
                  <a16:creationId xmlns:a16="http://schemas.microsoft.com/office/drawing/2014/main" id="{8FAAD430-7444-01DE-0159-B76340A4B799}"/>
                </a:ext>
              </a:extLst>
            </p:cNvPr>
            <p:cNvSpPr/>
            <p:nvPr/>
          </p:nvSpPr>
          <p:spPr>
            <a:xfrm rot="10800000" flipH="1">
              <a:off x="6351880" y="311086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42">
              <a:extLst>
                <a:ext uri="{FF2B5EF4-FFF2-40B4-BE49-F238E27FC236}">
                  <a16:creationId xmlns:a16="http://schemas.microsoft.com/office/drawing/2014/main" id="{591A3A0F-0C1F-89B0-E0AC-F134F336A26F}"/>
                </a:ext>
              </a:extLst>
            </p:cNvPr>
            <p:cNvSpPr/>
            <p:nvPr/>
          </p:nvSpPr>
          <p:spPr>
            <a:xfrm rot="10800000" flipH="1">
              <a:off x="6790284" y="354856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42">
              <a:extLst>
                <a:ext uri="{FF2B5EF4-FFF2-40B4-BE49-F238E27FC236}">
                  <a16:creationId xmlns:a16="http://schemas.microsoft.com/office/drawing/2014/main" id="{DB73ED61-8673-0001-B1EC-719B7C6AF110}"/>
                </a:ext>
              </a:extLst>
            </p:cNvPr>
            <p:cNvSpPr/>
            <p:nvPr/>
          </p:nvSpPr>
          <p:spPr>
            <a:xfrm rot="10800000" flipH="1">
              <a:off x="5430930" y="465091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42">
              <a:extLst>
                <a:ext uri="{FF2B5EF4-FFF2-40B4-BE49-F238E27FC236}">
                  <a16:creationId xmlns:a16="http://schemas.microsoft.com/office/drawing/2014/main" id="{F4F59318-384E-3964-C1EF-0272A471E013}"/>
                </a:ext>
              </a:extLst>
            </p:cNvPr>
            <p:cNvSpPr/>
            <p:nvPr/>
          </p:nvSpPr>
          <p:spPr>
            <a:xfrm>
              <a:off x="8678783" y="266882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42">
              <a:extLst>
                <a:ext uri="{FF2B5EF4-FFF2-40B4-BE49-F238E27FC236}">
                  <a16:creationId xmlns:a16="http://schemas.microsoft.com/office/drawing/2014/main" id="{5B9061B7-6E16-CDE2-24D1-FCEE3ADB1370}"/>
                </a:ext>
              </a:extLst>
            </p:cNvPr>
            <p:cNvSpPr/>
            <p:nvPr/>
          </p:nvSpPr>
          <p:spPr>
            <a:xfrm>
              <a:off x="8430773" y="22359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42">
              <a:extLst>
                <a:ext uri="{FF2B5EF4-FFF2-40B4-BE49-F238E27FC236}">
                  <a16:creationId xmlns:a16="http://schemas.microsoft.com/office/drawing/2014/main" id="{9AC28E7A-F5BB-1157-87D4-59F1855B9572}"/>
                </a:ext>
              </a:extLst>
            </p:cNvPr>
            <p:cNvSpPr/>
            <p:nvPr/>
          </p:nvSpPr>
          <p:spPr>
            <a:xfrm rot="10800000" flipH="1">
              <a:off x="8119787" y="363695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42">
              <a:extLst>
                <a:ext uri="{FF2B5EF4-FFF2-40B4-BE49-F238E27FC236}">
                  <a16:creationId xmlns:a16="http://schemas.microsoft.com/office/drawing/2014/main" id="{5059BA03-B3F6-39E8-AB7A-79524F1E11A5}"/>
                </a:ext>
              </a:extLst>
            </p:cNvPr>
            <p:cNvSpPr/>
            <p:nvPr/>
          </p:nvSpPr>
          <p:spPr>
            <a:xfrm rot="10800000" flipH="1">
              <a:off x="7697255" y="411247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42">
              <a:extLst>
                <a:ext uri="{FF2B5EF4-FFF2-40B4-BE49-F238E27FC236}">
                  <a16:creationId xmlns:a16="http://schemas.microsoft.com/office/drawing/2014/main" id="{630FEEB7-C99F-9192-0867-50557C913E6D}"/>
                </a:ext>
              </a:extLst>
            </p:cNvPr>
            <p:cNvSpPr/>
            <p:nvPr/>
          </p:nvSpPr>
          <p:spPr>
            <a:xfrm>
              <a:off x="6628072" y="11249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42">
              <a:extLst>
                <a:ext uri="{FF2B5EF4-FFF2-40B4-BE49-F238E27FC236}">
                  <a16:creationId xmlns:a16="http://schemas.microsoft.com/office/drawing/2014/main" id="{7EB687E5-5C0E-643E-846F-1658F9785DD8}"/>
                </a:ext>
              </a:extLst>
            </p:cNvPr>
            <p:cNvSpPr/>
            <p:nvPr/>
          </p:nvSpPr>
          <p:spPr>
            <a:xfrm rot="10800000" flipH="1">
              <a:off x="7825159" y="-2514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2" name="Google Shape;462;p42">
            <a:extLst>
              <a:ext uri="{FF2B5EF4-FFF2-40B4-BE49-F238E27FC236}">
                <a16:creationId xmlns:a16="http://schemas.microsoft.com/office/drawing/2014/main" id="{C7586E5C-5EF6-49B8-6731-50E531AC9010}"/>
              </a:ext>
            </a:extLst>
          </p:cNvPr>
          <p:cNvSpPr txBox="1">
            <a:spLocks noGrp="1"/>
          </p:cNvSpPr>
          <p:nvPr>
            <p:ph type="title"/>
          </p:nvPr>
        </p:nvSpPr>
        <p:spPr>
          <a:xfrm>
            <a:off x="720000" y="445025"/>
            <a:ext cx="5549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IT" dirty="0">
                <a:latin typeface="Outfit" panose="020B0604020202020204" charset="0"/>
              </a:rPr>
              <a:t>Approssimazione dei NaN</a:t>
            </a:r>
            <a:endParaRPr dirty="0">
              <a:latin typeface="Outfit" panose="020B0604020202020204" charset="0"/>
            </a:endParaRPr>
          </a:p>
        </p:txBody>
      </p:sp>
      <p:sp>
        <p:nvSpPr>
          <p:cNvPr id="463" name="Google Shape;463;p42">
            <a:extLst>
              <a:ext uri="{FF2B5EF4-FFF2-40B4-BE49-F238E27FC236}">
                <a16:creationId xmlns:a16="http://schemas.microsoft.com/office/drawing/2014/main" id="{C9D1EECD-7D6F-87DE-3387-40A3F0641FAB}"/>
              </a:ext>
            </a:extLst>
          </p:cNvPr>
          <p:cNvSpPr txBox="1">
            <a:spLocks noGrp="1"/>
          </p:cNvSpPr>
          <p:nvPr>
            <p:ph type="subTitle" idx="1"/>
          </p:nvPr>
        </p:nvSpPr>
        <p:spPr>
          <a:xfrm>
            <a:off x="725632" y="1264807"/>
            <a:ext cx="4294800" cy="3340267"/>
          </a:xfrm>
          <a:prstGeom prst="rect">
            <a:avLst/>
          </a:prstGeom>
        </p:spPr>
        <p:txBody>
          <a:bodyPr spcFirstLastPara="1" wrap="square" lIns="91425" tIns="91425" rIns="91425" bIns="91425" anchor="t" anchorCtr="0">
            <a:noAutofit/>
          </a:bodyPr>
          <a:lstStyle/>
          <a:p>
            <a:pPr>
              <a:spcBef>
                <a:spcPts val="1000"/>
              </a:spcBef>
              <a:buSzPts val="1400"/>
            </a:pPr>
            <a:r>
              <a:rPr lang="it-IT" dirty="0"/>
              <a:t>Per le feature non reputate fondamentali si assegna ai NaN il valor moda.</a:t>
            </a:r>
          </a:p>
        </p:txBody>
      </p:sp>
      <p:pic>
        <p:nvPicPr>
          <p:cNvPr id="3" name="Immagine 2" descr="Immagine che contiene testo, schermata, Carattere, software&#10;&#10;Descrizione generata automaticamente">
            <a:extLst>
              <a:ext uri="{FF2B5EF4-FFF2-40B4-BE49-F238E27FC236}">
                <a16:creationId xmlns:a16="http://schemas.microsoft.com/office/drawing/2014/main" id="{F4B9637A-2B63-A4BD-65F7-3A8FB90589AE}"/>
              </a:ext>
            </a:extLst>
          </p:cNvPr>
          <p:cNvPicPr>
            <a:picLocks noChangeAspect="1"/>
          </p:cNvPicPr>
          <p:nvPr/>
        </p:nvPicPr>
        <p:blipFill>
          <a:blip r:embed="rId3"/>
          <a:stretch>
            <a:fillRect/>
          </a:stretch>
        </p:blipFill>
        <p:spPr>
          <a:xfrm>
            <a:off x="733464" y="2510729"/>
            <a:ext cx="6443333" cy="1900749"/>
          </a:xfrm>
          <a:prstGeom prst="rect">
            <a:avLst/>
          </a:prstGeom>
        </p:spPr>
      </p:pic>
    </p:spTree>
    <p:extLst>
      <p:ext uri="{BB962C8B-B14F-4D97-AF65-F5344CB8AC3E}">
        <p14:creationId xmlns:p14="http://schemas.microsoft.com/office/powerpoint/2010/main" val="24746591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61">
          <a:extLst>
            <a:ext uri="{FF2B5EF4-FFF2-40B4-BE49-F238E27FC236}">
              <a16:creationId xmlns:a16="http://schemas.microsoft.com/office/drawing/2014/main" id="{054540A3-7049-FA6B-D112-1DC2DFEBF730}"/>
            </a:ext>
          </a:extLst>
        </p:cNvPr>
        <p:cNvGrpSpPr/>
        <p:nvPr/>
      </p:nvGrpSpPr>
      <p:grpSpPr>
        <a:xfrm>
          <a:off x="0" y="0"/>
          <a:ext cx="0" cy="0"/>
          <a:chOff x="0" y="0"/>
          <a:chExt cx="0" cy="0"/>
        </a:xfrm>
      </p:grpSpPr>
      <p:grpSp>
        <p:nvGrpSpPr>
          <p:cNvPr id="464" name="Google Shape;464;p42">
            <a:extLst>
              <a:ext uri="{FF2B5EF4-FFF2-40B4-BE49-F238E27FC236}">
                <a16:creationId xmlns:a16="http://schemas.microsoft.com/office/drawing/2014/main" id="{1D0BB494-4798-6E3A-004C-582437DCB57B}"/>
              </a:ext>
            </a:extLst>
          </p:cNvPr>
          <p:cNvGrpSpPr/>
          <p:nvPr/>
        </p:nvGrpSpPr>
        <p:grpSpPr>
          <a:xfrm>
            <a:off x="5416642" y="-460659"/>
            <a:ext cx="4086563" cy="6064817"/>
            <a:chOff x="5430930" y="-445784"/>
            <a:chExt cx="4086563" cy="6064817"/>
          </a:xfrm>
        </p:grpSpPr>
        <p:sp>
          <p:nvSpPr>
            <p:cNvPr id="465" name="Google Shape;465;p42">
              <a:extLst>
                <a:ext uri="{FF2B5EF4-FFF2-40B4-BE49-F238E27FC236}">
                  <a16:creationId xmlns:a16="http://schemas.microsoft.com/office/drawing/2014/main" id="{0F42BCE6-1B9C-41C8-C0A5-EBFE08E302F7}"/>
                </a:ext>
              </a:extLst>
            </p:cNvPr>
            <p:cNvSpPr/>
            <p:nvPr/>
          </p:nvSpPr>
          <p:spPr>
            <a:xfrm>
              <a:off x="7368520" y="98876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42">
              <a:extLst>
                <a:ext uri="{FF2B5EF4-FFF2-40B4-BE49-F238E27FC236}">
                  <a16:creationId xmlns:a16="http://schemas.microsoft.com/office/drawing/2014/main" id="{F2B63A3C-7F9B-C06F-B014-D3AF41B20C44}"/>
                </a:ext>
              </a:extLst>
            </p:cNvPr>
            <p:cNvSpPr/>
            <p:nvPr/>
          </p:nvSpPr>
          <p:spPr>
            <a:xfrm rot="10800000" flipH="1">
              <a:off x="6036409" y="19621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42">
              <a:extLst>
                <a:ext uri="{FF2B5EF4-FFF2-40B4-BE49-F238E27FC236}">
                  <a16:creationId xmlns:a16="http://schemas.microsoft.com/office/drawing/2014/main" id="{CF97C483-3416-4026-6616-A9FC0596E07B}"/>
                </a:ext>
              </a:extLst>
            </p:cNvPr>
            <p:cNvSpPr/>
            <p:nvPr/>
          </p:nvSpPr>
          <p:spPr>
            <a:xfrm>
              <a:off x="7309474" y="21661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42">
              <a:extLst>
                <a:ext uri="{FF2B5EF4-FFF2-40B4-BE49-F238E27FC236}">
                  <a16:creationId xmlns:a16="http://schemas.microsoft.com/office/drawing/2014/main" id="{1D83C62B-217E-4087-292D-D8A5CA48EB12}"/>
                </a:ext>
              </a:extLst>
            </p:cNvPr>
            <p:cNvSpPr/>
            <p:nvPr/>
          </p:nvSpPr>
          <p:spPr>
            <a:xfrm>
              <a:off x="6269702" y="-4457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42">
              <a:extLst>
                <a:ext uri="{FF2B5EF4-FFF2-40B4-BE49-F238E27FC236}">
                  <a16:creationId xmlns:a16="http://schemas.microsoft.com/office/drawing/2014/main" id="{994D3F7D-D65A-A7C5-481B-293B7653FCF2}"/>
                </a:ext>
              </a:extLst>
            </p:cNvPr>
            <p:cNvSpPr/>
            <p:nvPr/>
          </p:nvSpPr>
          <p:spPr>
            <a:xfrm>
              <a:off x="5830483" y="42158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42">
              <a:extLst>
                <a:ext uri="{FF2B5EF4-FFF2-40B4-BE49-F238E27FC236}">
                  <a16:creationId xmlns:a16="http://schemas.microsoft.com/office/drawing/2014/main" id="{06FF33C7-8364-30A9-D5E2-C8E620A1D464}"/>
                </a:ext>
              </a:extLst>
            </p:cNvPr>
            <p:cNvSpPr/>
            <p:nvPr/>
          </p:nvSpPr>
          <p:spPr>
            <a:xfrm>
              <a:off x="6269683" y="133254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42">
              <a:extLst>
                <a:ext uri="{FF2B5EF4-FFF2-40B4-BE49-F238E27FC236}">
                  <a16:creationId xmlns:a16="http://schemas.microsoft.com/office/drawing/2014/main" id="{8A209892-FD36-1769-FC3E-0EFA0C665554}"/>
                </a:ext>
              </a:extLst>
            </p:cNvPr>
            <p:cNvSpPr/>
            <p:nvPr/>
          </p:nvSpPr>
          <p:spPr>
            <a:xfrm>
              <a:off x="8430764" y="23422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42">
              <a:extLst>
                <a:ext uri="{FF2B5EF4-FFF2-40B4-BE49-F238E27FC236}">
                  <a16:creationId xmlns:a16="http://schemas.microsoft.com/office/drawing/2014/main" id="{DD7A57C5-EF59-9501-C243-C60B2C1FC1E9}"/>
                </a:ext>
              </a:extLst>
            </p:cNvPr>
            <p:cNvSpPr/>
            <p:nvPr/>
          </p:nvSpPr>
          <p:spPr>
            <a:xfrm>
              <a:off x="7309467" y="261820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42">
              <a:extLst>
                <a:ext uri="{FF2B5EF4-FFF2-40B4-BE49-F238E27FC236}">
                  <a16:creationId xmlns:a16="http://schemas.microsoft.com/office/drawing/2014/main" id="{764EC4BC-A1EE-3EBF-EE7D-348BB92C1C0A}"/>
                </a:ext>
              </a:extLst>
            </p:cNvPr>
            <p:cNvSpPr/>
            <p:nvPr/>
          </p:nvSpPr>
          <p:spPr>
            <a:xfrm>
              <a:off x="7962441" y="131801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42">
              <a:extLst>
                <a:ext uri="{FF2B5EF4-FFF2-40B4-BE49-F238E27FC236}">
                  <a16:creationId xmlns:a16="http://schemas.microsoft.com/office/drawing/2014/main" id="{14B13EF4-70A6-1E09-CF53-7D4DCEE18CC9}"/>
                </a:ext>
              </a:extLst>
            </p:cNvPr>
            <p:cNvSpPr/>
            <p:nvPr/>
          </p:nvSpPr>
          <p:spPr>
            <a:xfrm rot="10800000" flipH="1">
              <a:off x="6351880" y="311086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42">
              <a:extLst>
                <a:ext uri="{FF2B5EF4-FFF2-40B4-BE49-F238E27FC236}">
                  <a16:creationId xmlns:a16="http://schemas.microsoft.com/office/drawing/2014/main" id="{71FAB64B-F489-B989-5525-46D8BC3B912D}"/>
                </a:ext>
              </a:extLst>
            </p:cNvPr>
            <p:cNvSpPr/>
            <p:nvPr/>
          </p:nvSpPr>
          <p:spPr>
            <a:xfrm rot="10800000" flipH="1">
              <a:off x="6790284" y="354856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42">
              <a:extLst>
                <a:ext uri="{FF2B5EF4-FFF2-40B4-BE49-F238E27FC236}">
                  <a16:creationId xmlns:a16="http://schemas.microsoft.com/office/drawing/2014/main" id="{454071FB-0D85-7D7C-D4E5-91D0F8A7CD3C}"/>
                </a:ext>
              </a:extLst>
            </p:cNvPr>
            <p:cNvSpPr/>
            <p:nvPr/>
          </p:nvSpPr>
          <p:spPr>
            <a:xfrm rot="10800000" flipH="1">
              <a:off x="5430930" y="465091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42">
              <a:extLst>
                <a:ext uri="{FF2B5EF4-FFF2-40B4-BE49-F238E27FC236}">
                  <a16:creationId xmlns:a16="http://schemas.microsoft.com/office/drawing/2014/main" id="{CF5AD9C3-68D2-462E-1904-E48C4E4555E7}"/>
                </a:ext>
              </a:extLst>
            </p:cNvPr>
            <p:cNvSpPr/>
            <p:nvPr/>
          </p:nvSpPr>
          <p:spPr>
            <a:xfrm>
              <a:off x="8678783" y="266882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42">
              <a:extLst>
                <a:ext uri="{FF2B5EF4-FFF2-40B4-BE49-F238E27FC236}">
                  <a16:creationId xmlns:a16="http://schemas.microsoft.com/office/drawing/2014/main" id="{A7C34A26-9464-C3CB-6C49-8DE3908538D8}"/>
                </a:ext>
              </a:extLst>
            </p:cNvPr>
            <p:cNvSpPr/>
            <p:nvPr/>
          </p:nvSpPr>
          <p:spPr>
            <a:xfrm>
              <a:off x="8430773" y="22359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42">
              <a:extLst>
                <a:ext uri="{FF2B5EF4-FFF2-40B4-BE49-F238E27FC236}">
                  <a16:creationId xmlns:a16="http://schemas.microsoft.com/office/drawing/2014/main" id="{951114A1-5BF1-C602-E32A-E849C7C01828}"/>
                </a:ext>
              </a:extLst>
            </p:cNvPr>
            <p:cNvSpPr/>
            <p:nvPr/>
          </p:nvSpPr>
          <p:spPr>
            <a:xfrm rot="10800000" flipH="1">
              <a:off x="8119787" y="363695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42">
              <a:extLst>
                <a:ext uri="{FF2B5EF4-FFF2-40B4-BE49-F238E27FC236}">
                  <a16:creationId xmlns:a16="http://schemas.microsoft.com/office/drawing/2014/main" id="{9B30C7D4-8644-22DE-459C-750574AC80F7}"/>
                </a:ext>
              </a:extLst>
            </p:cNvPr>
            <p:cNvSpPr/>
            <p:nvPr/>
          </p:nvSpPr>
          <p:spPr>
            <a:xfrm rot="10800000" flipH="1">
              <a:off x="7697255" y="411247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42">
              <a:extLst>
                <a:ext uri="{FF2B5EF4-FFF2-40B4-BE49-F238E27FC236}">
                  <a16:creationId xmlns:a16="http://schemas.microsoft.com/office/drawing/2014/main" id="{2C90C5D2-A564-130A-7698-BE51231D490C}"/>
                </a:ext>
              </a:extLst>
            </p:cNvPr>
            <p:cNvSpPr/>
            <p:nvPr/>
          </p:nvSpPr>
          <p:spPr>
            <a:xfrm>
              <a:off x="6628072" y="11249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42">
              <a:extLst>
                <a:ext uri="{FF2B5EF4-FFF2-40B4-BE49-F238E27FC236}">
                  <a16:creationId xmlns:a16="http://schemas.microsoft.com/office/drawing/2014/main" id="{45F4525B-D343-BC42-434C-E684B9B8B21D}"/>
                </a:ext>
              </a:extLst>
            </p:cNvPr>
            <p:cNvSpPr/>
            <p:nvPr/>
          </p:nvSpPr>
          <p:spPr>
            <a:xfrm rot="10800000" flipH="1">
              <a:off x="7825159" y="-2514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2" name="Google Shape;462;p42">
            <a:extLst>
              <a:ext uri="{FF2B5EF4-FFF2-40B4-BE49-F238E27FC236}">
                <a16:creationId xmlns:a16="http://schemas.microsoft.com/office/drawing/2014/main" id="{2E0D5770-0CDC-E192-C5DB-7B1A4BE6FFF5}"/>
              </a:ext>
            </a:extLst>
          </p:cNvPr>
          <p:cNvSpPr txBox="1">
            <a:spLocks noGrp="1"/>
          </p:cNvSpPr>
          <p:nvPr>
            <p:ph type="title"/>
          </p:nvPr>
        </p:nvSpPr>
        <p:spPr>
          <a:xfrm>
            <a:off x="720000" y="445025"/>
            <a:ext cx="5549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IT" dirty="0">
                <a:latin typeface="Outfit" panose="020B0604020202020204" charset="0"/>
              </a:rPr>
              <a:t>Approssimazione dei NaN</a:t>
            </a:r>
            <a:endParaRPr dirty="0">
              <a:latin typeface="Outfit" panose="020B0604020202020204" charset="0"/>
            </a:endParaRPr>
          </a:p>
        </p:txBody>
      </p:sp>
      <p:sp>
        <p:nvSpPr>
          <p:cNvPr id="463" name="Google Shape;463;p42">
            <a:extLst>
              <a:ext uri="{FF2B5EF4-FFF2-40B4-BE49-F238E27FC236}">
                <a16:creationId xmlns:a16="http://schemas.microsoft.com/office/drawing/2014/main" id="{87FE0402-F092-4AD1-FF5F-1B13724E6A15}"/>
              </a:ext>
            </a:extLst>
          </p:cNvPr>
          <p:cNvSpPr txBox="1">
            <a:spLocks noGrp="1"/>
          </p:cNvSpPr>
          <p:nvPr>
            <p:ph type="subTitle" idx="1"/>
          </p:nvPr>
        </p:nvSpPr>
        <p:spPr>
          <a:xfrm>
            <a:off x="725632" y="1264808"/>
            <a:ext cx="4294800" cy="1020980"/>
          </a:xfrm>
          <a:prstGeom prst="rect">
            <a:avLst/>
          </a:prstGeom>
        </p:spPr>
        <p:txBody>
          <a:bodyPr spcFirstLastPara="1" wrap="square" lIns="91425" tIns="91425" rIns="91425" bIns="91425" anchor="t" anchorCtr="0">
            <a:noAutofit/>
          </a:bodyPr>
          <a:lstStyle/>
          <a:p>
            <a:pPr>
              <a:spcBef>
                <a:spcPts val="1000"/>
              </a:spcBef>
              <a:buSzPts val="1400"/>
            </a:pPr>
            <a:r>
              <a:rPr lang="it-IT" dirty="0"/>
              <a:t>Per le feature dove ci sono valori di mezzo (es. </a:t>
            </a:r>
            <a:r>
              <a:rPr lang="it-IT" dirty="0" err="1"/>
              <a:t>maybe</a:t>
            </a:r>
            <a:r>
              <a:rPr lang="it-IT" dirty="0"/>
              <a:t> /I </a:t>
            </a:r>
            <a:r>
              <a:rPr lang="it-IT" dirty="0" err="1"/>
              <a:t>don’t</a:t>
            </a:r>
            <a:r>
              <a:rPr lang="it-IT" dirty="0"/>
              <a:t> know) si sostituisce quest’ultimo al valore NaN.</a:t>
            </a:r>
          </a:p>
        </p:txBody>
      </p:sp>
      <p:pic>
        <p:nvPicPr>
          <p:cNvPr id="3" name="Immagine 2" descr="Immagine che contiene testo, schermata, Carattere&#10;&#10;Descrizione generata automaticamente">
            <a:extLst>
              <a:ext uri="{FF2B5EF4-FFF2-40B4-BE49-F238E27FC236}">
                <a16:creationId xmlns:a16="http://schemas.microsoft.com/office/drawing/2014/main" id="{50257F4D-3956-3885-6C41-7D64317FA6CB}"/>
              </a:ext>
            </a:extLst>
          </p:cNvPr>
          <p:cNvPicPr>
            <a:picLocks noChangeAspect="1"/>
          </p:cNvPicPr>
          <p:nvPr/>
        </p:nvPicPr>
        <p:blipFill>
          <a:blip r:embed="rId3"/>
          <a:stretch>
            <a:fillRect/>
          </a:stretch>
        </p:blipFill>
        <p:spPr>
          <a:xfrm>
            <a:off x="720001" y="2513992"/>
            <a:ext cx="6456302" cy="1590683"/>
          </a:xfrm>
          <a:prstGeom prst="rect">
            <a:avLst/>
          </a:prstGeom>
        </p:spPr>
      </p:pic>
    </p:spTree>
    <p:extLst>
      <p:ext uri="{BB962C8B-B14F-4D97-AF65-F5344CB8AC3E}">
        <p14:creationId xmlns:p14="http://schemas.microsoft.com/office/powerpoint/2010/main" val="1033363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61">
          <a:extLst>
            <a:ext uri="{FF2B5EF4-FFF2-40B4-BE49-F238E27FC236}">
              <a16:creationId xmlns:a16="http://schemas.microsoft.com/office/drawing/2014/main" id="{02FA46C0-7BB5-EC4E-F20B-4A615EACC88D}"/>
            </a:ext>
          </a:extLst>
        </p:cNvPr>
        <p:cNvGrpSpPr/>
        <p:nvPr/>
      </p:nvGrpSpPr>
      <p:grpSpPr>
        <a:xfrm>
          <a:off x="0" y="0"/>
          <a:ext cx="0" cy="0"/>
          <a:chOff x="0" y="0"/>
          <a:chExt cx="0" cy="0"/>
        </a:xfrm>
      </p:grpSpPr>
      <p:grpSp>
        <p:nvGrpSpPr>
          <p:cNvPr id="464" name="Google Shape;464;p42">
            <a:extLst>
              <a:ext uri="{FF2B5EF4-FFF2-40B4-BE49-F238E27FC236}">
                <a16:creationId xmlns:a16="http://schemas.microsoft.com/office/drawing/2014/main" id="{8C5CFC8C-9F47-37E6-0653-6E899FBA56B9}"/>
              </a:ext>
            </a:extLst>
          </p:cNvPr>
          <p:cNvGrpSpPr/>
          <p:nvPr/>
        </p:nvGrpSpPr>
        <p:grpSpPr>
          <a:xfrm>
            <a:off x="5416642" y="-460659"/>
            <a:ext cx="4086563" cy="6064817"/>
            <a:chOff x="5430930" y="-445784"/>
            <a:chExt cx="4086563" cy="6064817"/>
          </a:xfrm>
        </p:grpSpPr>
        <p:sp>
          <p:nvSpPr>
            <p:cNvPr id="465" name="Google Shape;465;p42">
              <a:extLst>
                <a:ext uri="{FF2B5EF4-FFF2-40B4-BE49-F238E27FC236}">
                  <a16:creationId xmlns:a16="http://schemas.microsoft.com/office/drawing/2014/main" id="{8E4064E5-F9D8-E30B-5CDF-3B3381779040}"/>
                </a:ext>
              </a:extLst>
            </p:cNvPr>
            <p:cNvSpPr/>
            <p:nvPr/>
          </p:nvSpPr>
          <p:spPr>
            <a:xfrm>
              <a:off x="7368520" y="98876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42">
              <a:extLst>
                <a:ext uri="{FF2B5EF4-FFF2-40B4-BE49-F238E27FC236}">
                  <a16:creationId xmlns:a16="http://schemas.microsoft.com/office/drawing/2014/main" id="{2B64B4E8-7C4B-CE76-18E0-5F9B2FB68D8D}"/>
                </a:ext>
              </a:extLst>
            </p:cNvPr>
            <p:cNvSpPr/>
            <p:nvPr/>
          </p:nvSpPr>
          <p:spPr>
            <a:xfrm rot="10800000" flipH="1">
              <a:off x="6036409" y="19621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42">
              <a:extLst>
                <a:ext uri="{FF2B5EF4-FFF2-40B4-BE49-F238E27FC236}">
                  <a16:creationId xmlns:a16="http://schemas.microsoft.com/office/drawing/2014/main" id="{B16F4753-7544-A884-BF5E-CB6BAD05AEB3}"/>
                </a:ext>
              </a:extLst>
            </p:cNvPr>
            <p:cNvSpPr/>
            <p:nvPr/>
          </p:nvSpPr>
          <p:spPr>
            <a:xfrm>
              <a:off x="7309474" y="21661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42">
              <a:extLst>
                <a:ext uri="{FF2B5EF4-FFF2-40B4-BE49-F238E27FC236}">
                  <a16:creationId xmlns:a16="http://schemas.microsoft.com/office/drawing/2014/main" id="{4E79425C-412C-60EE-68D0-11D3D3328C13}"/>
                </a:ext>
              </a:extLst>
            </p:cNvPr>
            <p:cNvSpPr/>
            <p:nvPr/>
          </p:nvSpPr>
          <p:spPr>
            <a:xfrm>
              <a:off x="6269702" y="-4457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42">
              <a:extLst>
                <a:ext uri="{FF2B5EF4-FFF2-40B4-BE49-F238E27FC236}">
                  <a16:creationId xmlns:a16="http://schemas.microsoft.com/office/drawing/2014/main" id="{341DD85D-DBD9-4690-B0B2-0D6AFEBB04B4}"/>
                </a:ext>
              </a:extLst>
            </p:cNvPr>
            <p:cNvSpPr/>
            <p:nvPr/>
          </p:nvSpPr>
          <p:spPr>
            <a:xfrm>
              <a:off x="5830483" y="42158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42">
              <a:extLst>
                <a:ext uri="{FF2B5EF4-FFF2-40B4-BE49-F238E27FC236}">
                  <a16:creationId xmlns:a16="http://schemas.microsoft.com/office/drawing/2014/main" id="{B4215E4C-D2FF-FE29-A706-3723B1B9589D}"/>
                </a:ext>
              </a:extLst>
            </p:cNvPr>
            <p:cNvSpPr/>
            <p:nvPr/>
          </p:nvSpPr>
          <p:spPr>
            <a:xfrm>
              <a:off x="6269683" y="133254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42">
              <a:extLst>
                <a:ext uri="{FF2B5EF4-FFF2-40B4-BE49-F238E27FC236}">
                  <a16:creationId xmlns:a16="http://schemas.microsoft.com/office/drawing/2014/main" id="{22C629C3-2273-6A82-769A-20A15D8874E1}"/>
                </a:ext>
              </a:extLst>
            </p:cNvPr>
            <p:cNvSpPr/>
            <p:nvPr/>
          </p:nvSpPr>
          <p:spPr>
            <a:xfrm>
              <a:off x="8430764" y="23422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42">
              <a:extLst>
                <a:ext uri="{FF2B5EF4-FFF2-40B4-BE49-F238E27FC236}">
                  <a16:creationId xmlns:a16="http://schemas.microsoft.com/office/drawing/2014/main" id="{2A8F0B6B-DA6E-EE89-2F51-039077A9E079}"/>
                </a:ext>
              </a:extLst>
            </p:cNvPr>
            <p:cNvSpPr/>
            <p:nvPr/>
          </p:nvSpPr>
          <p:spPr>
            <a:xfrm>
              <a:off x="7309467" y="261820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42">
              <a:extLst>
                <a:ext uri="{FF2B5EF4-FFF2-40B4-BE49-F238E27FC236}">
                  <a16:creationId xmlns:a16="http://schemas.microsoft.com/office/drawing/2014/main" id="{CE967B5A-E8C7-9C7B-4D24-9B2FC323EE1D}"/>
                </a:ext>
              </a:extLst>
            </p:cNvPr>
            <p:cNvSpPr/>
            <p:nvPr/>
          </p:nvSpPr>
          <p:spPr>
            <a:xfrm>
              <a:off x="7962441" y="131801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42">
              <a:extLst>
                <a:ext uri="{FF2B5EF4-FFF2-40B4-BE49-F238E27FC236}">
                  <a16:creationId xmlns:a16="http://schemas.microsoft.com/office/drawing/2014/main" id="{78DEA17A-14A9-6B47-64BD-5C8F821216E2}"/>
                </a:ext>
              </a:extLst>
            </p:cNvPr>
            <p:cNvSpPr/>
            <p:nvPr/>
          </p:nvSpPr>
          <p:spPr>
            <a:xfrm rot="10800000" flipH="1">
              <a:off x="6351880" y="311086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42">
              <a:extLst>
                <a:ext uri="{FF2B5EF4-FFF2-40B4-BE49-F238E27FC236}">
                  <a16:creationId xmlns:a16="http://schemas.microsoft.com/office/drawing/2014/main" id="{4033DDC6-6DA5-6E43-3ACC-11C1C087256C}"/>
                </a:ext>
              </a:extLst>
            </p:cNvPr>
            <p:cNvSpPr/>
            <p:nvPr/>
          </p:nvSpPr>
          <p:spPr>
            <a:xfrm rot="10800000" flipH="1">
              <a:off x="6790284" y="354856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42">
              <a:extLst>
                <a:ext uri="{FF2B5EF4-FFF2-40B4-BE49-F238E27FC236}">
                  <a16:creationId xmlns:a16="http://schemas.microsoft.com/office/drawing/2014/main" id="{4C174FF8-F667-FDC9-30DF-FF751334E003}"/>
                </a:ext>
              </a:extLst>
            </p:cNvPr>
            <p:cNvSpPr/>
            <p:nvPr/>
          </p:nvSpPr>
          <p:spPr>
            <a:xfrm rot="10800000" flipH="1">
              <a:off x="5430930" y="465091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42">
              <a:extLst>
                <a:ext uri="{FF2B5EF4-FFF2-40B4-BE49-F238E27FC236}">
                  <a16:creationId xmlns:a16="http://schemas.microsoft.com/office/drawing/2014/main" id="{78E57DCA-2703-36EF-82B9-0760BF479C24}"/>
                </a:ext>
              </a:extLst>
            </p:cNvPr>
            <p:cNvSpPr/>
            <p:nvPr/>
          </p:nvSpPr>
          <p:spPr>
            <a:xfrm>
              <a:off x="8678783" y="266882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42">
              <a:extLst>
                <a:ext uri="{FF2B5EF4-FFF2-40B4-BE49-F238E27FC236}">
                  <a16:creationId xmlns:a16="http://schemas.microsoft.com/office/drawing/2014/main" id="{3AFBFDE1-D4D0-FF44-A29B-4FB14CC20E87}"/>
                </a:ext>
              </a:extLst>
            </p:cNvPr>
            <p:cNvSpPr/>
            <p:nvPr/>
          </p:nvSpPr>
          <p:spPr>
            <a:xfrm>
              <a:off x="8430773" y="22359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42">
              <a:extLst>
                <a:ext uri="{FF2B5EF4-FFF2-40B4-BE49-F238E27FC236}">
                  <a16:creationId xmlns:a16="http://schemas.microsoft.com/office/drawing/2014/main" id="{317F3863-3021-F275-42C9-5982A4772156}"/>
                </a:ext>
              </a:extLst>
            </p:cNvPr>
            <p:cNvSpPr/>
            <p:nvPr/>
          </p:nvSpPr>
          <p:spPr>
            <a:xfrm rot="10800000" flipH="1">
              <a:off x="8119787" y="363695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42">
              <a:extLst>
                <a:ext uri="{FF2B5EF4-FFF2-40B4-BE49-F238E27FC236}">
                  <a16:creationId xmlns:a16="http://schemas.microsoft.com/office/drawing/2014/main" id="{6155815E-52CC-2856-C794-2C3B2397715C}"/>
                </a:ext>
              </a:extLst>
            </p:cNvPr>
            <p:cNvSpPr/>
            <p:nvPr/>
          </p:nvSpPr>
          <p:spPr>
            <a:xfrm rot="10800000" flipH="1">
              <a:off x="7697255" y="411247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42">
              <a:extLst>
                <a:ext uri="{FF2B5EF4-FFF2-40B4-BE49-F238E27FC236}">
                  <a16:creationId xmlns:a16="http://schemas.microsoft.com/office/drawing/2014/main" id="{177BEC6A-34C1-129D-B02E-CE5E08895CF7}"/>
                </a:ext>
              </a:extLst>
            </p:cNvPr>
            <p:cNvSpPr/>
            <p:nvPr/>
          </p:nvSpPr>
          <p:spPr>
            <a:xfrm>
              <a:off x="6628072" y="11249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42">
              <a:extLst>
                <a:ext uri="{FF2B5EF4-FFF2-40B4-BE49-F238E27FC236}">
                  <a16:creationId xmlns:a16="http://schemas.microsoft.com/office/drawing/2014/main" id="{09ABCC99-4F80-E40B-0165-D9E19F70A1F3}"/>
                </a:ext>
              </a:extLst>
            </p:cNvPr>
            <p:cNvSpPr/>
            <p:nvPr/>
          </p:nvSpPr>
          <p:spPr>
            <a:xfrm rot="10800000" flipH="1">
              <a:off x="7825159" y="-2514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2" name="Google Shape;462;p42">
            <a:extLst>
              <a:ext uri="{FF2B5EF4-FFF2-40B4-BE49-F238E27FC236}">
                <a16:creationId xmlns:a16="http://schemas.microsoft.com/office/drawing/2014/main" id="{402CEE98-3B16-5B04-292E-4E7B51C2F363}"/>
              </a:ext>
            </a:extLst>
          </p:cNvPr>
          <p:cNvSpPr txBox="1">
            <a:spLocks noGrp="1"/>
          </p:cNvSpPr>
          <p:nvPr>
            <p:ph type="title"/>
          </p:nvPr>
        </p:nvSpPr>
        <p:spPr>
          <a:xfrm>
            <a:off x="720000" y="445025"/>
            <a:ext cx="5549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IT" dirty="0">
                <a:latin typeface="Outfit" panose="020B0604020202020204" charset="0"/>
              </a:rPr>
              <a:t>Approssimazione dei NaN</a:t>
            </a:r>
            <a:endParaRPr dirty="0">
              <a:latin typeface="Outfit" panose="020B0604020202020204" charset="0"/>
            </a:endParaRPr>
          </a:p>
        </p:txBody>
      </p:sp>
      <p:sp>
        <p:nvSpPr>
          <p:cNvPr id="463" name="Google Shape;463;p42">
            <a:extLst>
              <a:ext uri="{FF2B5EF4-FFF2-40B4-BE49-F238E27FC236}">
                <a16:creationId xmlns:a16="http://schemas.microsoft.com/office/drawing/2014/main" id="{95B5F4FC-5C35-697E-D858-9FC7A11BC9F4}"/>
              </a:ext>
            </a:extLst>
          </p:cNvPr>
          <p:cNvSpPr txBox="1">
            <a:spLocks noGrp="1"/>
          </p:cNvSpPr>
          <p:nvPr>
            <p:ph type="subTitle" idx="1"/>
          </p:nvPr>
        </p:nvSpPr>
        <p:spPr>
          <a:xfrm>
            <a:off x="725632" y="1264807"/>
            <a:ext cx="4294800" cy="3340267"/>
          </a:xfrm>
          <a:prstGeom prst="rect">
            <a:avLst/>
          </a:prstGeom>
        </p:spPr>
        <p:txBody>
          <a:bodyPr spcFirstLastPara="1" wrap="square" lIns="91425" tIns="91425" rIns="91425" bIns="91425" anchor="t" anchorCtr="0">
            <a:noAutofit/>
          </a:bodyPr>
          <a:lstStyle/>
          <a:p>
            <a:pPr>
              <a:spcBef>
                <a:spcPts val="1000"/>
              </a:spcBef>
              <a:buSzPts val="1400"/>
            </a:pPr>
            <a:r>
              <a:rPr lang="it-IT" dirty="0"/>
              <a:t>Per alcune feature è possibile applicare </a:t>
            </a:r>
            <a:r>
              <a:rPr lang="it-IT" u="sng" dirty="0"/>
              <a:t>ragionamenti logici</a:t>
            </a:r>
            <a:r>
              <a:rPr lang="it-IT" dirty="0"/>
              <a:t>. Nel questionario è riproposta tale struttura di domande:</a:t>
            </a:r>
          </a:p>
          <a:p>
            <a:pPr marL="139700" indent="0">
              <a:spcBef>
                <a:spcPts val="1000"/>
              </a:spcBef>
              <a:buSzPts val="1400"/>
              <a:buNone/>
            </a:pPr>
            <a:r>
              <a:rPr lang="it-IT" dirty="0"/>
              <a:t>Se </a:t>
            </a:r>
            <a:r>
              <a:rPr lang="it-IT" i="1" dirty="0"/>
              <a:t>domanda_1</a:t>
            </a:r>
            <a:r>
              <a:rPr lang="it-IT" dirty="0"/>
              <a:t> è </a:t>
            </a:r>
            <a:r>
              <a:rPr lang="it-IT" i="1" dirty="0"/>
              <a:t>True</a:t>
            </a:r>
            <a:r>
              <a:rPr lang="it-IT" dirty="0"/>
              <a:t> =&gt; rispondi alle domande seguenti.</a:t>
            </a:r>
          </a:p>
          <a:p>
            <a:pPr marL="139700" indent="0">
              <a:spcBef>
                <a:spcPts val="1000"/>
              </a:spcBef>
              <a:buSzPts val="1400"/>
              <a:buNone/>
            </a:pPr>
            <a:r>
              <a:rPr lang="it-IT" dirty="0"/>
              <a:t>In tale maniera tutti i valori NaN corrispondenti alla prima feature vengono posti a «True» quando è presente almeno una risposta nelle feature successive. In caso contrario l’istanza viene eliminata.</a:t>
            </a:r>
          </a:p>
        </p:txBody>
      </p:sp>
    </p:spTree>
    <p:extLst>
      <p:ext uri="{BB962C8B-B14F-4D97-AF65-F5344CB8AC3E}">
        <p14:creationId xmlns:p14="http://schemas.microsoft.com/office/powerpoint/2010/main" val="37026245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02">
          <a:extLst>
            <a:ext uri="{FF2B5EF4-FFF2-40B4-BE49-F238E27FC236}">
              <a16:creationId xmlns:a16="http://schemas.microsoft.com/office/drawing/2014/main" id="{16D0178A-B8C1-4688-A2C0-3076F7DB544C}"/>
            </a:ext>
          </a:extLst>
        </p:cNvPr>
        <p:cNvGrpSpPr/>
        <p:nvPr/>
      </p:nvGrpSpPr>
      <p:grpSpPr>
        <a:xfrm>
          <a:off x="0" y="0"/>
          <a:ext cx="0" cy="0"/>
          <a:chOff x="0" y="0"/>
          <a:chExt cx="0" cy="0"/>
        </a:xfrm>
      </p:grpSpPr>
      <p:sp>
        <p:nvSpPr>
          <p:cNvPr id="503" name="Google Shape;503;p44">
            <a:extLst>
              <a:ext uri="{FF2B5EF4-FFF2-40B4-BE49-F238E27FC236}">
                <a16:creationId xmlns:a16="http://schemas.microsoft.com/office/drawing/2014/main" id="{92FC01D0-EC61-0638-855B-14D39D5B26DD}"/>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t-IT" dirty="0">
                <a:latin typeface="Outfit" panose="020B0604020202020204" charset="0"/>
              </a:rPr>
              <a:t>Approssimazione con logica</a:t>
            </a:r>
            <a:endParaRPr dirty="0"/>
          </a:p>
        </p:txBody>
      </p:sp>
      <p:pic>
        <p:nvPicPr>
          <p:cNvPr id="14" name="Immagine 13" descr="Immagine che contiene testo, schermata, software, Software multimediale&#10;&#10;Descrizione generata automaticamente">
            <a:extLst>
              <a:ext uri="{FF2B5EF4-FFF2-40B4-BE49-F238E27FC236}">
                <a16:creationId xmlns:a16="http://schemas.microsoft.com/office/drawing/2014/main" id="{C63A274A-D78E-C6A1-3E0B-B2EE8FD5BF60}"/>
              </a:ext>
            </a:extLst>
          </p:cNvPr>
          <p:cNvPicPr>
            <a:picLocks noChangeAspect="1"/>
          </p:cNvPicPr>
          <p:nvPr/>
        </p:nvPicPr>
        <p:blipFill>
          <a:blip r:embed="rId3"/>
          <a:stretch>
            <a:fillRect/>
          </a:stretch>
        </p:blipFill>
        <p:spPr>
          <a:xfrm>
            <a:off x="210740" y="1132723"/>
            <a:ext cx="8722519" cy="3780750"/>
          </a:xfrm>
          <a:prstGeom prst="rect">
            <a:avLst/>
          </a:prstGeom>
        </p:spPr>
      </p:pic>
    </p:spTree>
    <p:extLst>
      <p:ext uri="{BB962C8B-B14F-4D97-AF65-F5344CB8AC3E}">
        <p14:creationId xmlns:p14="http://schemas.microsoft.com/office/powerpoint/2010/main" val="40194465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61">
          <a:extLst>
            <a:ext uri="{FF2B5EF4-FFF2-40B4-BE49-F238E27FC236}">
              <a16:creationId xmlns:a16="http://schemas.microsoft.com/office/drawing/2014/main" id="{8F9F3C45-A4EA-5101-B929-260FBDDF09F6}"/>
            </a:ext>
          </a:extLst>
        </p:cNvPr>
        <p:cNvGrpSpPr/>
        <p:nvPr/>
      </p:nvGrpSpPr>
      <p:grpSpPr>
        <a:xfrm>
          <a:off x="0" y="0"/>
          <a:ext cx="0" cy="0"/>
          <a:chOff x="0" y="0"/>
          <a:chExt cx="0" cy="0"/>
        </a:xfrm>
      </p:grpSpPr>
      <p:grpSp>
        <p:nvGrpSpPr>
          <p:cNvPr id="464" name="Google Shape;464;p42">
            <a:extLst>
              <a:ext uri="{FF2B5EF4-FFF2-40B4-BE49-F238E27FC236}">
                <a16:creationId xmlns:a16="http://schemas.microsoft.com/office/drawing/2014/main" id="{ABBEF890-0A0A-CDC4-BE19-39CDC59E126F}"/>
              </a:ext>
            </a:extLst>
          </p:cNvPr>
          <p:cNvGrpSpPr/>
          <p:nvPr/>
        </p:nvGrpSpPr>
        <p:grpSpPr>
          <a:xfrm>
            <a:off x="5416642" y="-460659"/>
            <a:ext cx="4086563" cy="6064817"/>
            <a:chOff x="5430930" y="-445784"/>
            <a:chExt cx="4086563" cy="6064817"/>
          </a:xfrm>
        </p:grpSpPr>
        <p:sp>
          <p:nvSpPr>
            <p:cNvPr id="465" name="Google Shape;465;p42">
              <a:extLst>
                <a:ext uri="{FF2B5EF4-FFF2-40B4-BE49-F238E27FC236}">
                  <a16:creationId xmlns:a16="http://schemas.microsoft.com/office/drawing/2014/main" id="{BF07E51E-088A-3684-52AA-FE80ED0FD8B8}"/>
                </a:ext>
              </a:extLst>
            </p:cNvPr>
            <p:cNvSpPr/>
            <p:nvPr/>
          </p:nvSpPr>
          <p:spPr>
            <a:xfrm>
              <a:off x="7368520" y="98876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42">
              <a:extLst>
                <a:ext uri="{FF2B5EF4-FFF2-40B4-BE49-F238E27FC236}">
                  <a16:creationId xmlns:a16="http://schemas.microsoft.com/office/drawing/2014/main" id="{50E940DF-2239-4B29-AEEE-70CF5E59A5DD}"/>
                </a:ext>
              </a:extLst>
            </p:cNvPr>
            <p:cNvSpPr/>
            <p:nvPr/>
          </p:nvSpPr>
          <p:spPr>
            <a:xfrm rot="10800000" flipH="1">
              <a:off x="6036409" y="19621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42">
              <a:extLst>
                <a:ext uri="{FF2B5EF4-FFF2-40B4-BE49-F238E27FC236}">
                  <a16:creationId xmlns:a16="http://schemas.microsoft.com/office/drawing/2014/main" id="{356297D8-7D44-0BA3-E0E0-7C13FE344C5A}"/>
                </a:ext>
              </a:extLst>
            </p:cNvPr>
            <p:cNvSpPr/>
            <p:nvPr/>
          </p:nvSpPr>
          <p:spPr>
            <a:xfrm>
              <a:off x="7309474" y="21661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42">
              <a:extLst>
                <a:ext uri="{FF2B5EF4-FFF2-40B4-BE49-F238E27FC236}">
                  <a16:creationId xmlns:a16="http://schemas.microsoft.com/office/drawing/2014/main" id="{828B6E01-F3E7-1AB6-EA18-DC868E914C73}"/>
                </a:ext>
              </a:extLst>
            </p:cNvPr>
            <p:cNvSpPr/>
            <p:nvPr/>
          </p:nvSpPr>
          <p:spPr>
            <a:xfrm>
              <a:off x="6269702" y="-4457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42">
              <a:extLst>
                <a:ext uri="{FF2B5EF4-FFF2-40B4-BE49-F238E27FC236}">
                  <a16:creationId xmlns:a16="http://schemas.microsoft.com/office/drawing/2014/main" id="{73AE246C-D5AB-8805-2142-99834F62D374}"/>
                </a:ext>
              </a:extLst>
            </p:cNvPr>
            <p:cNvSpPr/>
            <p:nvPr/>
          </p:nvSpPr>
          <p:spPr>
            <a:xfrm>
              <a:off x="5830483" y="42158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42">
              <a:extLst>
                <a:ext uri="{FF2B5EF4-FFF2-40B4-BE49-F238E27FC236}">
                  <a16:creationId xmlns:a16="http://schemas.microsoft.com/office/drawing/2014/main" id="{7CD8DFFA-D2CE-DA08-A107-6466D823F54F}"/>
                </a:ext>
              </a:extLst>
            </p:cNvPr>
            <p:cNvSpPr/>
            <p:nvPr/>
          </p:nvSpPr>
          <p:spPr>
            <a:xfrm>
              <a:off x="6269683" y="133254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42">
              <a:extLst>
                <a:ext uri="{FF2B5EF4-FFF2-40B4-BE49-F238E27FC236}">
                  <a16:creationId xmlns:a16="http://schemas.microsoft.com/office/drawing/2014/main" id="{83255AF4-970E-07D8-3A3D-C25206E9E2FC}"/>
                </a:ext>
              </a:extLst>
            </p:cNvPr>
            <p:cNvSpPr/>
            <p:nvPr/>
          </p:nvSpPr>
          <p:spPr>
            <a:xfrm>
              <a:off x="8430764" y="23422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42">
              <a:extLst>
                <a:ext uri="{FF2B5EF4-FFF2-40B4-BE49-F238E27FC236}">
                  <a16:creationId xmlns:a16="http://schemas.microsoft.com/office/drawing/2014/main" id="{5242DCFC-6F16-1C3D-FFE1-1B5DF867205E}"/>
                </a:ext>
              </a:extLst>
            </p:cNvPr>
            <p:cNvSpPr/>
            <p:nvPr/>
          </p:nvSpPr>
          <p:spPr>
            <a:xfrm>
              <a:off x="7309467" y="261820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42">
              <a:extLst>
                <a:ext uri="{FF2B5EF4-FFF2-40B4-BE49-F238E27FC236}">
                  <a16:creationId xmlns:a16="http://schemas.microsoft.com/office/drawing/2014/main" id="{065B12DF-4F1E-3789-7FFB-53CCDDD22B92}"/>
                </a:ext>
              </a:extLst>
            </p:cNvPr>
            <p:cNvSpPr/>
            <p:nvPr/>
          </p:nvSpPr>
          <p:spPr>
            <a:xfrm>
              <a:off x="7962441" y="131801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42">
              <a:extLst>
                <a:ext uri="{FF2B5EF4-FFF2-40B4-BE49-F238E27FC236}">
                  <a16:creationId xmlns:a16="http://schemas.microsoft.com/office/drawing/2014/main" id="{05DFC5F0-29BB-BDB6-92F2-692C7FD7CB6A}"/>
                </a:ext>
              </a:extLst>
            </p:cNvPr>
            <p:cNvSpPr/>
            <p:nvPr/>
          </p:nvSpPr>
          <p:spPr>
            <a:xfrm rot="10800000" flipH="1">
              <a:off x="6351880" y="311086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42">
              <a:extLst>
                <a:ext uri="{FF2B5EF4-FFF2-40B4-BE49-F238E27FC236}">
                  <a16:creationId xmlns:a16="http://schemas.microsoft.com/office/drawing/2014/main" id="{CED00567-3680-7EBA-478F-33CB10B509D0}"/>
                </a:ext>
              </a:extLst>
            </p:cNvPr>
            <p:cNvSpPr/>
            <p:nvPr/>
          </p:nvSpPr>
          <p:spPr>
            <a:xfrm rot="10800000" flipH="1">
              <a:off x="6790284" y="354856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42">
              <a:extLst>
                <a:ext uri="{FF2B5EF4-FFF2-40B4-BE49-F238E27FC236}">
                  <a16:creationId xmlns:a16="http://schemas.microsoft.com/office/drawing/2014/main" id="{6593232B-252B-276A-3559-D49129CDA078}"/>
                </a:ext>
              </a:extLst>
            </p:cNvPr>
            <p:cNvSpPr/>
            <p:nvPr/>
          </p:nvSpPr>
          <p:spPr>
            <a:xfrm rot="10800000" flipH="1">
              <a:off x="5430930" y="465091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42">
              <a:extLst>
                <a:ext uri="{FF2B5EF4-FFF2-40B4-BE49-F238E27FC236}">
                  <a16:creationId xmlns:a16="http://schemas.microsoft.com/office/drawing/2014/main" id="{A7ABAB98-93B0-0890-70B0-B302D41651DB}"/>
                </a:ext>
              </a:extLst>
            </p:cNvPr>
            <p:cNvSpPr/>
            <p:nvPr/>
          </p:nvSpPr>
          <p:spPr>
            <a:xfrm>
              <a:off x="8678783" y="266882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42">
              <a:extLst>
                <a:ext uri="{FF2B5EF4-FFF2-40B4-BE49-F238E27FC236}">
                  <a16:creationId xmlns:a16="http://schemas.microsoft.com/office/drawing/2014/main" id="{6E9E2A08-687C-909B-0A16-5296A85BA480}"/>
                </a:ext>
              </a:extLst>
            </p:cNvPr>
            <p:cNvSpPr/>
            <p:nvPr/>
          </p:nvSpPr>
          <p:spPr>
            <a:xfrm>
              <a:off x="8430773" y="22359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42">
              <a:extLst>
                <a:ext uri="{FF2B5EF4-FFF2-40B4-BE49-F238E27FC236}">
                  <a16:creationId xmlns:a16="http://schemas.microsoft.com/office/drawing/2014/main" id="{2EDDB11B-B486-536D-EE93-BB38D273D527}"/>
                </a:ext>
              </a:extLst>
            </p:cNvPr>
            <p:cNvSpPr/>
            <p:nvPr/>
          </p:nvSpPr>
          <p:spPr>
            <a:xfrm rot="10800000" flipH="1">
              <a:off x="8119787" y="363695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42">
              <a:extLst>
                <a:ext uri="{FF2B5EF4-FFF2-40B4-BE49-F238E27FC236}">
                  <a16:creationId xmlns:a16="http://schemas.microsoft.com/office/drawing/2014/main" id="{C733BCF2-1E0A-D90D-0097-5FD046009F3C}"/>
                </a:ext>
              </a:extLst>
            </p:cNvPr>
            <p:cNvSpPr/>
            <p:nvPr/>
          </p:nvSpPr>
          <p:spPr>
            <a:xfrm rot="10800000" flipH="1">
              <a:off x="7697255" y="411247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42">
              <a:extLst>
                <a:ext uri="{FF2B5EF4-FFF2-40B4-BE49-F238E27FC236}">
                  <a16:creationId xmlns:a16="http://schemas.microsoft.com/office/drawing/2014/main" id="{5E5F3BC7-17DC-F818-4D04-51EA28FF88FC}"/>
                </a:ext>
              </a:extLst>
            </p:cNvPr>
            <p:cNvSpPr/>
            <p:nvPr/>
          </p:nvSpPr>
          <p:spPr>
            <a:xfrm>
              <a:off x="6628072" y="11249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42">
              <a:extLst>
                <a:ext uri="{FF2B5EF4-FFF2-40B4-BE49-F238E27FC236}">
                  <a16:creationId xmlns:a16="http://schemas.microsoft.com/office/drawing/2014/main" id="{519B7D05-D281-5EDE-5212-06FAE58EAD77}"/>
                </a:ext>
              </a:extLst>
            </p:cNvPr>
            <p:cNvSpPr/>
            <p:nvPr/>
          </p:nvSpPr>
          <p:spPr>
            <a:xfrm rot="10800000" flipH="1">
              <a:off x="7825159" y="-2514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2" name="Google Shape;462;p42">
            <a:extLst>
              <a:ext uri="{FF2B5EF4-FFF2-40B4-BE49-F238E27FC236}">
                <a16:creationId xmlns:a16="http://schemas.microsoft.com/office/drawing/2014/main" id="{46288730-DC27-0F43-92CA-50770BF91FEC}"/>
              </a:ext>
            </a:extLst>
          </p:cNvPr>
          <p:cNvSpPr txBox="1">
            <a:spLocks noGrp="1"/>
          </p:cNvSpPr>
          <p:nvPr>
            <p:ph type="title"/>
          </p:nvPr>
        </p:nvSpPr>
        <p:spPr>
          <a:xfrm>
            <a:off x="720000" y="445025"/>
            <a:ext cx="5549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IT" dirty="0">
                <a:latin typeface="Outfit" panose="020B0604020202020204" charset="0"/>
              </a:rPr>
              <a:t>Filtraggio finale</a:t>
            </a:r>
            <a:endParaRPr dirty="0">
              <a:latin typeface="Outfit" panose="020B0604020202020204" charset="0"/>
            </a:endParaRPr>
          </a:p>
        </p:txBody>
      </p:sp>
      <p:sp>
        <p:nvSpPr>
          <p:cNvPr id="463" name="Google Shape;463;p42">
            <a:extLst>
              <a:ext uri="{FF2B5EF4-FFF2-40B4-BE49-F238E27FC236}">
                <a16:creationId xmlns:a16="http://schemas.microsoft.com/office/drawing/2014/main" id="{63C26FC8-8FB9-478B-E25A-7D8307BFD659}"/>
              </a:ext>
            </a:extLst>
          </p:cNvPr>
          <p:cNvSpPr txBox="1">
            <a:spLocks noGrp="1"/>
          </p:cNvSpPr>
          <p:nvPr>
            <p:ph type="subTitle" idx="1"/>
          </p:nvPr>
        </p:nvSpPr>
        <p:spPr>
          <a:xfrm>
            <a:off x="725632" y="1264807"/>
            <a:ext cx="4294800" cy="735443"/>
          </a:xfrm>
          <a:prstGeom prst="rect">
            <a:avLst/>
          </a:prstGeom>
        </p:spPr>
        <p:txBody>
          <a:bodyPr spcFirstLastPara="1" wrap="square" lIns="91425" tIns="91425" rIns="91425" bIns="91425" anchor="t" anchorCtr="0">
            <a:noAutofit/>
          </a:bodyPr>
          <a:lstStyle/>
          <a:p>
            <a:pPr marL="139700" indent="0">
              <a:spcBef>
                <a:spcPts val="1000"/>
              </a:spcBef>
              <a:buSzPts val="1400"/>
              <a:buNone/>
            </a:pPr>
            <a:r>
              <a:rPr lang="it-IT" b="1" dirty="0"/>
              <a:t>4° Fase:</a:t>
            </a:r>
            <a:r>
              <a:rPr lang="it-IT" dirty="0"/>
              <a:t> Tutte le istanze con un valore nullo rimanenti vengono eliminate dal dataset.</a:t>
            </a:r>
          </a:p>
        </p:txBody>
      </p:sp>
      <p:pic>
        <p:nvPicPr>
          <p:cNvPr id="7" name="Immagine 6" descr="Immagine che contiene testo, schermata, software, schermo&#10;&#10;Descrizione generata automaticamente">
            <a:extLst>
              <a:ext uri="{FF2B5EF4-FFF2-40B4-BE49-F238E27FC236}">
                <a16:creationId xmlns:a16="http://schemas.microsoft.com/office/drawing/2014/main" id="{6EEFDF71-5E16-162A-6CB6-FE59FC0384C8}"/>
              </a:ext>
            </a:extLst>
          </p:cNvPr>
          <p:cNvPicPr>
            <a:picLocks noChangeAspect="1"/>
          </p:cNvPicPr>
          <p:nvPr/>
        </p:nvPicPr>
        <p:blipFill>
          <a:blip r:embed="rId3"/>
          <a:stretch>
            <a:fillRect/>
          </a:stretch>
        </p:blipFill>
        <p:spPr>
          <a:xfrm>
            <a:off x="851650" y="2083566"/>
            <a:ext cx="5286164" cy="2900247"/>
          </a:xfrm>
          <a:prstGeom prst="rect">
            <a:avLst/>
          </a:prstGeom>
        </p:spPr>
      </p:pic>
    </p:spTree>
    <p:extLst>
      <p:ext uri="{BB962C8B-B14F-4D97-AF65-F5344CB8AC3E}">
        <p14:creationId xmlns:p14="http://schemas.microsoft.com/office/powerpoint/2010/main" val="38455332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95">
          <a:extLst>
            <a:ext uri="{FF2B5EF4-FFF2-40B4-BE49-F238E27FC236}">
              <a16:creationId xmlns:a16="http://schemas.microsoft.com/office/drawing/2014/main" id="{5E19A8AA-B9AC-78A5-FF8D-37289C6E824F}"/>
            </a:ext>
          </a:extLst>
        </p:cNvPr>
        <p:cNvGrpSpPr/>
        <p:nvPr/>
      </p:nvGrpSpPr>
      <p:grpSpPr>
        <a:xfrm>
          <a:off x="0" y="0"/>
          <a:ext cx="0" cy="0"/>
          <a:chOff x="0" y="0"/>
          <a:chExt cx="0" cy="0"/>
        </a:xfrm>
      </p:grpSpPr>
      <p:sp>
        <p:nvSpPr>
          <p:cNvPr id="696" name="Google Shape;696;p52">
            <a:extLst>
              <a:ext uri="{FF2B5EF4-FFF2-40B4-BE49-F238E27FC236}">
                <a16:creationId xmlns:a16="http://schemas.microsoft.com/office/drawing/2014/main" id="{BDBBE4C8-A38E-13F8-D9C7-493D2AEFCE54}"/>
              </a:ext>
            </a:extLst>
          </p:cNvPr>
          <p:cNvSpPr/>
          <p:nvPr/>
        </p:nvSpPr>
        <p:spPr>
          <a:xfrm>
            <a:off x="2757270" y="2876959"/>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52">
            <a:extLst>
              <a:ext uri="{FF2B5EF4-FFF2-40B4-BE49-F238E27FC236}">
                <a16:creationId xmlns:a16="http://schemas.microsoft.com/office/drawing/2014/main" id="{5297887C-B129-9E3E-3E9F-092C0245F01E}"/>
              </a:ext>
            </a:extLst>
          </p:cNvPr>
          <p:cNvSpPr txBox="1">
            <a:spLocks noGrp="1"/>
          </p:cNvSpPr>
          <p:nvPr>
            <p:ph type="title"/>
          </p:nvPr>
        </p:nvSpPr>
        <p:spPr>
          <a:xfrm>
            <a:off x="3807619" y="638350"/>
            <a:ext cx="4623156" cy="768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Dataset ripulito</a:t>
            </a:r>
            <a:endParaRPr dirty="0"/>
          </a:p>
        </p:txBody>
      </p:sp>
      <p:grpSp>
        <p:nvGrpSpPr>
          <p:cNvPr id="703" name="Google Shape;703;p52">
            <a:extLst>
              <a:ext uri="{FF2B5EF4-FFF2-40B4-BE49-F238E27FC236}">
                <a16:creationId xmlns:a16="http://schemas.microsoft.com/office/drawing/2014/main" id="{C9C8F0E5-5217-8522-310C-6050541D5112}"/>
              </a:ext>
            </a:extLst>
          </p:cNvPr>
          <p:cNvGrpSpPr/>
          <p:nvPr/>
        </p:nvGrpSpPr>
        <p:grpSpPr>
          <a:xfrm>
            <a:off x="-130025" y="-312465"/>
            <a:ext cx="3330702" cy="5732675"/>
            <a:chOff x="-130025" y="-312465"/>
            <a:chExt cx="3330702" cy="5732675"/>
          </a:xfrm>
        </p:grpSpPr>
        <p:sp>
          <p:nvSpPr>
            <p:cNvPr id="704" name="Google Shape;704;p52">
              <a:extLst>
                <a:ext uri="{FF2B5EF4-FFF2-40B4-BE49-F238E27FC236}">
                  <a16:creationId xmlns:a16="http://schemas.microsoft.com/office/drawing/2014/main" id="{6840A6E6-FB55-2063-6FE8-150476538840}"/>
                </a:ext>
              </a:extLst>
            </p:cNvPr>
            <p:cNvSpPr/>
            <p:nvPr/>
          </p:nvSpPr>
          <p:spPr>
            <a:xfrm>
              <a:off x="1575672" y="423331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52">
              <a:extLst>
                <a:ext uri="{FF2B5EF4-FFF2-40B4-BE49-F238E27FC236}">
                  <a16:creationId xmlns:a16="http://schemas.microsoft.com/office/drawing/2014/main" id="{90C6A3B5-152E-717B-1136-E8AC359AD32C}"/>
                </a:ext>
              </a:extLst>
            </p:cNvPr>
            <p:cNvSpPr/>
            <p:nvPr/>
          </p:nvSpPr>
          <p:spPr>
            <a:xfrm>
              <a:off x="1955986" y="230507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52">
              <a:extLst>
                <a:ext uri="{FF2B5EF4-FFF2-40B4-BE49-F238E27FC236}">
                  <a16:creationId xmlns:a16="http://schemas.microsoft.com/office/drawing/2014/main" id="{6E99D688-222D-EF24-597A-CAA83BE7D000}"/>
                </a:ext>
              </a:extLst>
            </p:cNvPr>
            <p:cNvSpPr/>
            <p:nvPr/>
          </p:nvSpPr>
          <p:spPr>
            <a:xfrm>
              <a:off x="173058" y="13833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52">
              <a:extLst>
                <a:ext uri="{FF2B5EF4-FFF2-40B4-BE49-F238E27FC236}">
                  <a16:creationId xmlns:a16="http://schemas.microsoft.com/office/drawing/2014/main" id="{5BF04826-29D2-F298-B203-1E90589BA5B6}"/>
                </a:ext>
              </a:extLst>
            </p:cNvPr>
            <p:cNvSpPr/>
            <p:nvPr/>
          </p:nvSpPr>
          <p:spPr>
            <a:xfrm>
              <a:off x="-96967" y="90184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52">
              <a:extLst>
                <a:ext uri="{FF2B5EF4-FFF2-40B4-BE49-F238E27FC236}">
                  <a16:creationId xmlns:a16="http://schemas.microsoft.com/office/drawing/2014/main" id="{F7BFEB39-1B3E-001F-A719-1DDE991D16AC}"/>
                </a:ext>
              </a:extLst>
            </p:cNvPr>
            <p:cNvSpPr/>
            <p:nvPr/>
          </p:nvSpPr>
          <p:spPr>
            <a:xfrm>
              <a:off x="1575664" y="10205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52">
              <a:extLst>
                <a:ext uri="{FF2B5EF4-FFF2-40B4-BE49-F238E27FC236}">
                  <a16:creationId xmlns:a16="http://schemas.microsoft.com/office/drawing/2014/main" id="{96F82B79-9EC5-3846-FBC7-0632F8CB8F20}"/>
                </a:ext>
              </a:extLst>
            </p:cNvPr>
            <p:cNvSpPr/>
            <p:nvPr/>
          </p:nvSpPr>
          <p:spPr>
            <a:xfrm>
              <a:off x="2361967" y="283544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52">
              <a:extLst>
                <a:ext uri="{FF2B5EF4-FFF2-40B4-BE49-F238E27FC236}">
                  <a16:creationId xmlns:a16="http://schemas.microsoft.com/office/drawing/2014/main" id="{4B2F1CC4-10E4-5AB6-5FBB-87CEE56C320A}"/>
                </a:ext>
              </a:extLst>
            </p:cNvPr>
            <p:cNvSpPr/>
            <p:nvPr/>
          </p:nvSpPr>
          <p:spPr>
            <a:xfrm>
              <a:off x="1144579" y="1514739"/>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52">
              <a:extLst>
                <a:ext uri="{FF2B5EF4-FFF2-40B4-BE49-F238E27FC236}">
                  <a16:creationId xmlns:a16="http://schemas.microsoft.com/office/drawing/2014/main" id="{496E6AE2-EA23-B42D-1057-3C4E1B73CFC3}"/>
                </a:ext>
              </a:extLst>
            </p:cNvPr>
            <p:cNvSpPr/>
            <p:nvPr/>
          </p:nvSpPr>
          <p:spPr>
            <a:xfrm rot="10800000" flipH="1">
              <a:off x="618137" y="247490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52">
              <a:extLst>
                <a:ext uri="{FF2B5EF4-FFF2-40B4-BE49-F238E27FC236}">
                  <a16:creationId xmlns:a16="http://schemas.microsoft.com/office/drawing/2014/main" id="{5343B5C8-B15A-8C27-9830-EE912B009DDA}"/>
                </a:ext>
              </a:extLst>
            </p:cNvPr>
            <p:cNvSpPr/>
            <p:nvPr/>
          </p:nvSpPr>
          <p:spPr>
            <a:xfrm rot="10800000" flipH="1">
              <a:off x="869355" y="349933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52">
              <a:extLst>
                <a:ext uri="{FF2B5EF4-FFF2-40B4-BE49-F238E27FC236}">
                  <a16:creationId xmlns:a16="http://schemas.microsoft.com/office/drawing/2014/main" id="{2199098C-79B6-66D1-F803-9284F2575AE8}"/>
                </a:ext>
              </a:extLst>
            </p:cNvPr>
            <p:cNvSpPr/>
            <p:nvPr/>
          </p:nvSpPr>
          <p:spPr>
            <a:xfrm rot="10800000" flipH="1">
              <a:off x="1396209" y="-31246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52">
              <a:extLst>
                <a:ext uri="{FF2B5EF4-FFF2-40B4-BE49-F238E27FC236}">
                  <a16:creationId xmlns:a16="http://schemas.microsoft.com/office/drawing/2014/main" id="{F964E3BC-6D37-A134-0DC0-0E79108E91D9}"/>
                </a:ext>
              </a:extLst>
            </p:cNvPr>
            <p:cNvSpPr/>
            <p:nvPr/>
          </p:nvSpPr>
          <p:spPr>
            <a:xfrm rot="10800000" flipH="1">
              <a:off x="301247" y="300802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52">
              <a:extLst>
                <a:ext uri="{FF2B5EF4-FFF2-40B4-BE49-F238E27FC236}">
                  <a16:creationId xmlns:a16="http://schemas.microsoft.com/office/drawing/2014/main" id="{ECBC1F84-3AFE-CF17-67B2-6AF01431F168}"/>
                </a:ext>
              </a:extLst>
            </p:cNvPr>
            <p:cNvSpPr/>
            <p:nvPr/>
          </p:nvSpPr>
          <p:spPr>
            <a:xfrm rot="10800000" flipH="1">
              <a:off x="1011780" y="16415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52">
              <a:extLst>
                <a:ext uri="{FF2B5EF4-FFF2-40B4-BE49-F238E27FC236}">
                  <a16:creationId xmlns:a16="http://schemas.microsoft.com/office/drawing/2014/main" id="{A646975D-F83B-219A-DE20-18429128441D}"/>
                </a:ext>
              </a:extLst>
            </p:cNvPr>
            <p:cNvSpPr/>
            <p:nvPr/>
          </p:nvSpPr>
          <p:spPr>
            <a:xfrm rot="10800000" flipH="1">
              <a:off x="-130025" y="404797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52">
              <a:extLst>
                <a:ext uri="{FF2B5EF4-FFF2-40B4-BE49-F238E27FC236}">
                  <a16:creationId xmlns:a16="http://schemas.microsoft.com/office/drawing/2014/main" id="{4F8A5EEA-DB71-9F9F-C1F4-0A4A97B37B40}"/>
                </a:ext>
              </a:extLst>
            </p:cNvPr>
            <p:cNvSpPr/>
            <p:nvPr/>
          </p:nvSpPr>
          <p:spPr>
            <a:xfrm rot="10800000" flipH="1">
              <a:off x="1994793" y="374927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52">
              <a:extLst>
                <a:ext uri="{FF2B5EF4-FFF2-40B4-BE49-F238E27FC236}">
                  <a16:creationId xmlns:a16="http://schemas.microsoft.com/office/drawing/2014/main" id="{969FAC6E-9A4A-654B-2760-A2A1605DA247}"/>
                </a:ext>
              </a:extLst>
            </p:cNvPr>
            <p:cNvSpPr/>
            <p:nvPr/>
          </p:nvSpPr>
          <p:spPr>
            <a:xfrm rot="10800000" flipH="1">
              <a:off x="2150368" y="86088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52">
              <a:extLst>
                <a:ext uri="{FF2B5EF4-FFF2-40B4-BE49-F238E27FC236}">
                  <a16:creationId xmlns:a16="http://schemas.microsoft.com/office/drawing/2014/main" id="{59F920F0-BC53-55E9-A86B-94BB0B067B67}"/>
                </a:ext>
              </a:extLst>
            </p:cNvPr>
            <p:cNvSpPr/>
            <p:nvPr/>
          </p:nvSpPr>
          <p:spPr>
            <a:xfrm>
              <a:off x="236023" y="44520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Sottotitolo 14">
            <a:extLst>
              <a:ext uri="{FF2B5EF4-FFF2-40B4-BE49-F238E27FC236}">
                <a16:creationId xmlns:a16="http://schemas.microsoft.com/office/drawing/2014/main" id="{D2893DB8-4E22-8EAE-69D5-480DFF024805}"/>
              </a:ext>
            </a:extLst>
          </p:cNvPr>
          <p:cNvSpPr txBox="1">
            <a:spLocks/>
          </p:cNvSpPr>
          <p:nvPr/>
        </p:nvSpPr>
        <p:spPr>
          <a:xfrm>
            <a:off x="3807619" y="1690296"/>
            <a:ext cx="4623156" cy="6614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DM Sans"/>
                <a:ea typeface="DM Sans"/>
                <a:cs typeface="DM Sans"/>
                <a:sym typeface="DM Sans"/>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DM Sans"/>
                <a:ea typeface="DM Sans"/>
                <a:cs typeface="DM Sans"/>
                <a:sym typeface="DM Sans"/>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DM Sans"/>
                <a:ea typeface="DM Sans"/>
                <a:cs typeface="DM Sans"/>
                <a:sym typeface="DM Sans"/>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DM Sans"/>
                <a:ea typeface="DM Sans"/>
                <a:cs typeface="DM Sans"/>
                <a:sym typeface="DM Sans"/>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DM Sans"/>
                <a:ea typeface="DM Sans"/>
                <a:cs typeface="DM Sans"/>
                <a:sym typeface="DM Sans"/>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DM Sans"/>
                <a:ea typeface="DM Sans"/>
                <a:cs typeface="DM Sans"/>
                <a:sym typeface="DM Sans"/>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DM Sans"/>
                <a:ea typeface="DM Sans"/>
                <a:cs typeface="DM Sans"/>
                <a:sym typeface="DM Sans"/>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DM Sans"/>
                <a:ea typeface="DM Sans"/>
                <a:cs typeface="DM Sans"/>
                <a:sym typeface="DM Sans"/>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DM Sans"/>
                <a:ea typeface="DM Sans"/>
                <a:cs typeface="DM Sans"/>
                <a:sym typeface="DM Sans"/>
              </a:defRPr>
            </a:lvl9pPr>
          </a:lstStyle>
          <a:p>
            <a:pPr marL="139700" indent="0">
              <a:buNone/>
            </a:pPr>
            <a:r>
              <a:rPr lang="it-IT" dirty="0"/>
              <a:t>Il dataset al termine di queste operazioni ha la seguente forma:</a:t>
            </a:r>
          </a:p>
        </p:txBody>
      </p:sp>
      <p:pic>
        <p:nvPicPr>
          <p:cNvPr id="21" name="Immagine 20" descr="Immagine che contiene testo, schermata, Carattere, numero&#10;&#10;Descrizione generata automaticamente">
            <a:extLst>
              <a:ext uri="{FF2B5EF4-FFF2-40B4-BE49-F238E27FC236}">
                <a16:creationId xmlns:a16="http://schemas.microsoft.com/office/drawing/2014/main" id="{0AF9E88B-6996-E456-2696-E36AF93D997B}"/>
              </a:ext>
            </a:extLst>
          </p:cNvPr>
          <p:cNvPicPr>
            <a:picLocks noChangeAspect="1"/>
          </p:cNvPicPr>
          <p:nvPr/>
        </p:nvPicPr>
        <p:blipFill>
          <a:blip r:embed="rId3"/>
          <a:stretch>
            <a:fillRect/>
          </a:stretch>
        </p:blipFill>
        <p:spPr>
          <a:xfrm>
            <a:off x="5314900" y="2450737"/>
            <a:ext cx="2152950" cy="1114581"/>
          </a:xfrm>
          <a:prstGeom prst="rect">
            <a:avLst/>
          </a:prstGeom>
        </p:spPr>
      </p:pic>
    </p:spTree>
    <p:extLst>
      <p:ext uri="{BB962C8B-B14F-4D97-AF65-F5344CB8AC3E}">
        <p14:creationId xmlns:p14="http://schemas.microsoft.com/office/powerpoint/2010/main" val="33244388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73">
          <a:extLst>
            <a:ext uri="{FF2B5EF4-FFF2-40B4-BE49-F238E27FC236}">
              <a16:creationId xmlns:a16="http://schemas.microsoft.com/office/drawing/2014/main" id="{88FA5E5E-EF97-434E-4BFC-384078961D1F}"/>
            </a:ext>
          </a:extLst>
        </p:cNvPr>
        <p:cNvGrpSpPr/>
        <p:nvPr/>
      </p:nvGrpSpPr>
      <p:grpSpPr>
        <a:xfrm>
          <a:off x="0" y="0"/>
          <a:ext cx="0" cy="0"/>
          <a:chOff x="0" y="0"/>
          <a:chExt cx="0" cy="0"/>
        </a:xfrm>
      </p:grpSpPr>
      <p:sp>
        <p:nvSpPr>
          <p:cNvPr id="874" name="Google Shape;874;p58">
            <a:extLst>
              <a:ext uri="{FF2B5EF4-FFF2-40B4-BE49-F238E27FC236}">
                <a16:creationId xmlns:a16="http://schemas.microsoft.com/office/drawing/2014/main" id="{830BAE44-D18E-B949-62AE-56E2835C43F9}"/>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t-IT" dirty="0"/>
              <a:t>Descrizione delle feature</a:t>
            </a:r>
            <a:endParaRPr dirty="0"/>
          </a:p>
        </p:txBody>
      </p:sp>
      <p:sp>
        <p:nvSpPr>
          <p:cNvPr id="2" name="Sottotitolo 14">
            <a:extLst>
              <a:ext uri="{FF2B5EF4-FFF2-40B4-BE49-F238E27FC236}">
                <a16:creationId xmlns:a16="http://schemas.microsoft.com/office/drawing/2014/main" id="{2024C311-44ED-11D0-DAE3-DAD653120D54}"/>
              </a:ext>
            </a:extLst>
          </p:cNvPr>
          <p:cNvSpPr txBox="1">
            <a:spLocks/>
          </p:cNvSpPr>
          <p:nvPr/>
        </p:nvSpPr>
        <p:spPr>
          <a:xfrm>
            <a:off x="642937" y="1017725"/>
            <a:ext cx="7858126" cy="6614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DM Sans"/>
                <a:ea typeface="DM Sans"/>
                <a:cs typeface="DM Sans"/>
                <a:sym typeface="DM Sans"/>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DM Sans"/>
                <a:ea typeface="DM Sans"/>
                <a:cs typeface="DM Sans"/>
                <a:sym typeface="DM Sans"/>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DM Sans"/>
                <a:ea typeface="DM Sans"/>
                <a:cs typeface="DM Sans"/>
                <a:sym typeface="DM Sans"/>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DM Sans"/>
                <a:ea typeface="DM Sans"/>
                <a:cs typeface="DM Sans"/>
                <a:sym typeface="DM Sans"/>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DM Sans"/>
                <a:ea typeface="DM Sans"/>
                <a:cs typeface="DM Sans"/>
                <a:sym typeface="DM Sans"/>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DM Sans"/>
                <a:ea typeface="DM Sans"/>
                <a:cs typeface="DM Sans"/>
                <a:sym typeface="DM Sans"/>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DM Sans"/>
                <a:ea typeface="DM Sans"/>
                <a:cs typeface="DM Sans"/>
                <a:sym typeface="DM Sans"/>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DM Sans"/>
                <a:ea typeface="DM Sans"/>
                <a:cs typeface="DM Sans"/>
                <a:sym typeface="DM Sans"/>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DM Sans"/>
                <a:ea typeface="DM Sans"/>
                <a:cs typeface="DM Sans"/>
                <a:sym typeface="DM Sans"/>
              </a:defRPr>
            </a:lvl9pPr>
          </a:lstStyle>
          <a:p>
            <a:pPr marL="139700" indent="0">
              <a:buNone/>
            </a:pPr>
            <a:r>
              <a:rPr lang="it-IT" dirty="0"/>
              <a:t>Distribuzioni delle principali feature </a:t>
            </a:r>
            <a:r>
              <a:rPr lang="it-IT" u="sng" dirty="0"/>
              <a:t>socio-demografiche</a:t>
            </a:r>
            <a:r>
              <a:rPr lang="it-IT" dirty="0"/>
              <a:t>. </a:t>
            </a:r>
          </a:p>
        </p:txBody>
      </p:sp>
      <p:pic>
        <p:nvPicPr>
          <p:cNvPr id="4" name="Immagine 3" descr="Immagine che contiene testo, schermata, software, Software multimediale&#10;&#10;Descrizione generata automaticamente">
            <a:extLst>
              <a:ext uri="{FF2B5EF4-FFF2-40B4-BE49-F238E27FC236}">
                <a16:creationId xmlns:a16="http://schemas.microsoft.com/office/drawing/2014/main" id="{4E39B6C6-0222-FDD8-5617-FCE7477FC73E}"/>
              </a:ext>
            </a:extLst>
          </p:cNvPr>
          <p:cNvPicPr>
            <a:picLocks noChangeAspect="1"/>
          </p:cNvPicPr>
          <p:nvPr/>
        </p:nvPicPr>
        <p:blipFill>
          <a:blip r:embed="rId3"/>
          <a:stretch>
            <a:fillRect/>
          </a:stretch>
        </p:blipFill>
        <p:spPr>
          <a:xfrm>
            <a:off x="891452" y="1435894"/>
            <a:ext cx="1799759" cy="3635070"/>
          </a:xfrm>
          <a:prstGeom prst="rect">
            <a:avLst/>
          </a:prstGeom>
        </p:spPr>
      </p:pic>
      <p:pic>
        <p:nvPicPr>
          <p:cNvPr id="6" name="Immagine 5" descr="Immagine che contiene testo, schermata, Carattere, software&#10;&#10;Descrizione generata automaticamente">
            <a:extLst>
              <a:ext uri="{FF2B5EF4-FFF2-40B4-BE49-F238E27FC236}">
                <a16:creationId xmlns:a16="http://schemas.microsoft.com/office/drawing/2014/main" id="{A6E494F6-5CD9-59A5-957A-8BA24474D605}"/>
              </a:ext>
            </a:extLst>
          </p:cNvPr>
          <p:cNvPicPr>
            <a:picLocks noChangeAspect="1"/>
          </p:cNvPicPr>
          <p:nvPr/>
        </p:nvPicPr>
        <p:blipFill>
          <a:blip r:embed="rId4"/>
          <a:stretch>
            <a:fillRect/>
          </a:stretch>
        </p:blipFill>
        <p:spPr>
          <a:xfrm>
            <a:off x="3382457" y="1435894"/>
            <a:ext cx="1895899" cy="3635070"/>
          </a:xfrm>
          <a:prstGeom prst="rect">
            <a:avLst/>
          </a:prstGeom>
        </p:spPr>
      </p:pic>
      <p:pic>
        <p:nvPicPr>
          <p:cNvPr id="8" name="Immagine 7" descr="Immagine che contiene testo, schermata, Carattere, software&#10;&#10;Descrizione generata automaticamente">
            <a:extLst>
              <a:ext uri="{FF2B5EF4-FFF2-40B4-BE49-F238E27FC236}">
                <a16:creationId xmlns:a16="http://schemas.microsoft.com/office/drawing/2014/main" id="{99AB8E86-0CED-265A-2008-34312D553D07}"/>
              </a:ext>
            </a:extLst>
          </p:cNvPr>
          <p:cNvPicPr>
            <a:picLocks noChangeAspect="1"/>
          </p:cNvPicPr>
          <p:nvPr/>
        </p:nvPicPr>
        <p:blipFill>
          <a:blip r:embed="rId5"/>
          <a:stretch>
            <a:fillRect/>
          </a:stretch>
        </p:blipFill>
        <p:spPr>
          <a:xfrm>
            <a:off x="5969602" y="1435894"/>
            <a:ext cx="2360009" cy="2600324"/>
          </a:xfrm>
          <a:prstGeom prst="rect">
            <a:avLst/>
          </a:prstGeom>
        </p:spPr>
      </p:pic>
      <p:sp>
        <p:nvSpPr>
          <p:cNvPr id="3" name="Rettangolo 2">
            <a:extLst>
              <a:ext uri="{FF2B5EF4-FFF2-40B4-BE49-F238E27FC236}">
                <a16:creationId xmlns:a16="http://schemas.microsoft.com/office/drawing/2014/main" id="{B70526B1-D6C2-2E40-66A3-F192CA152CE8}"/>
              </a:ext>
            </a:extLst>
          </p:cNvPr>
          <p:cNvSpPr/>
          <p:nvPr/>
        </p:nvSpPr>
        <p:spPr>
          <a:xfrm>
            <a:off x="807245" y="1435894"/>
            <a:ext cx="1972962" cy="3635070"/>
          </a:xfrm>
          <a:prstGeom prst="rect">
            <a:avLst/>
          </a:prstGeom>
          <a:noFill/>
          <a:ln>
            <a:solidFill>
              <a:srgbClr val="FF5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 name="Rettangolo 4">
            <a:extLst>
              <a:ext uri="{FF2B5EF4-FFF2-40B4-BE49-F238E27FC236}">
                <a16:creationId xmlns:a16="http://schemas.microsoft.com/office/drawing/2014/main" id="{C5A3BC44-177D-D8D5-C501-4C7AE0B59E8C}"/>
              </a:ext>
            </a:extLst>
          </p:cNvPr>
          <p:cNvSpPr/>
          <p:nvPr/>
        </p:nvSpPr>
        <p:spPr>
          <a:xfrm>
            <a:off x="3307557" y="2750344"/>
            <a:ext cx="2043112" cy="2320620"/>
          </a:xfrm>
          <a:prstGeom prst="rect">
            <a:avLst/>
          </a:prstGeom>
          <a:noFill/>
          <a:ln>
            <a:solidFill>
              <a:srgbClr val="FF5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Rettangolo 6">
            <a:extLst>
              <a:ext uri="{FF2B5EF4-FFF2-40B4-BE49-F238E27FC236}">
                <a16:creationId xmlns:a16="http://schemas.microsoft.com/office/drawing/2014/main" id="{BFD27C91-FB4C-403B-1D0E-7D3ED67A7197}"/>
              </a:ext>
            </a:extLst>
          </p:cNvPr>
          <p:cNvSpPr/>
          <p:nvPr/>
        </p:nvSpPr>
        <p:spPr>
          <a:xfrm>
            <a:off x="5878019" y="2857500"/>
            <a:ext cx="2545981" cy="1178718"/>
          </a:xfrm>
          <a:prstGeom prst="rect">
            <a:avLst/>
          </a:prstGeom>
          <a:noFill/>
          <a:ln>
            <a:solidFill>
              <a:srgbClr val="FF5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9938451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73">
          <a:extLst>
            <a:ext uri="{FF2B5EF4-FFF2-40B4-BE49-F238E27FC236}">
              <a16:creationId xmlns:a16="http://schemas.microsoft.com/office/drawing/2014/main" id="{799C9E4B-C793-2C98-BB5E-3098DF842410}"/>
            </a:ext>
          </a:extLst>
        </p:cNvPr>
        <p:cNvGrpSpPr/>
        <p:nvPr/>
      </p:nvGrpSpPr>
      <p:grpSpPr>
        <a:xfrm>
          <a:off x="0" y="0"/>
          <a:ext cx="0" cy="0"/>
          <a:chOff x="0" y="0"/>
          <a:chExt cx="0" cy="0"/>
        </a:xfrm>
      </p:grpSpPr>
      <p:sp>
        <p:nvSpPr>
          <p:cNvPr id="874" name="Google Shape;874;p58">
            <a:extLst>
              <a:ext uri="{FF2B5EF4-FFF2-40B4-BE49-F238E27FC236}">
                <a16:creationId xmlns:a16="http://schemas.microsoft.com/office/drawing/2014/main" id="{D55319FE-FCCA-3FCC-145F-2DD85E9D8E33}"/>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t-IT" dirty="0"/>
              <a:t>Descrizione delle feature</a:t>
            </a:r>
            <a:endParaRPr dirty="0"/>
          </a:p>
        </p:txBody>
      </p:sp>
      <p:sp>
        <p:nvSpPr>
          <p:cNvPr id="2" name="Sottotitolo 14">
            <a:extLst>
              <a:ext uri="{FF2B5EF4-FFF2-40B4-BE49-F238E27FC236}">
                <a16:creationId xmlns:a16="http://schemas.microsoft.com/office/drawing/2014/main" id="{C7E31914-84F8-7966-4148-9158FC1F9ECB}"/>
              </a:ext>
            </a:extLst>
          </p:cNvPr>
          <p:cNvSpPr txBox="1">
            <a:spLocks/>
          </p:cNvSpPr>
          <p:nvPr/>
        </p:nvSpPr>
        <p:spPr>
          <a:xfrm>
            <a:off x="600075" y="1017725"/>
            <a:ext cx="7943850" cy="6614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DM Sans"/>
                <a:ea typeface="DM Sans"/>
                <a:cs typeface="DM Sans"/>
                <a:sym typeface="DM Sans"/>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DM Sans"/>
                <a:ea typeface="DM Sans"/>
                <a:cs typeface="DM Sans"/>
                <a:sym typeface="DM Sans"/>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DM Sans"/>
                <a:ea typeface="DM Sans"/>
                <a:cs typeface="DM Sans"/>
                <a:sym typeface="DM Sans"/>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DM Sans"/>
                <a:ea typeface="DM Sans"/>
                <a:cs typeface="DM Sans"/>
                <a:sym typeface="DM Sans"/>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DM Sans"/>
                <a:ea typeface="DM Sans"/>
                <a:cs typeface="DM Sans"/>
                <a:sym typeface="DM Sans"/>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DM Sans"/>
                <a:ea typeface="DM Sans"/>
                <a:cs typeface="DM Sans"/>
                <a:sym typeface="DM Sans"/>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DM Sans"/>
                <a:ea typeface="DM Sans"/>
                <a:cs typeface="DM Sans"/>
                <a:sym typeface="DM Sans"/>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DM Sans"/>
                <a:ea typeface="DM Sans"/>
                <a:cs typeface="DM Sans"/>
                <a:sym typeface="DM Sans"/>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DM Sans"/>
                <a:ea typeface="DM Sans"/>
                <a:cs typeface="DM Sans"/>
                <a:sym typeface="DM Sans"/>
              </a:defRPr>
            </a:lvl9pPr>
          </a:lstStyle>
          <a:p>
            <a:pPr marL="139700" indent="0">
              <a:buNone/>
            </a:pPr>
            <a:r>
              <a:rPr lang="it-IT" dirty="0"/>
              <a:t>Distribuzione </a:t>
            </a:r>
            <a:r>
              <a:rPr lang="it-IT" u="sng" dirty="0"/>
              <a:t>educativa</a:t>
            </a:r>
            <a:r>
              <a:rPr lang="it-IT" dirty="0"/>
              <a:t> dei bambini di cui le famiglie si prendono cura. </a:t>
            </a:r>
          </a:p>
        </p:txBody>
      </p:sp>
      <p:graphicFrame>
        <p:nvGraphicFramePr>
          <p:cNvPr id="19" name="Grafico 18">
            <a:extLst>
              <a:ext uri="{FF2B5EF4-FFF2-40B4-BE49-F238E27FC236}">
                <a16:creationId xmlns:a16="http://schemas.microsoft.com/office/drawing/2014/main" id="{C97E4494-5C11-341B-CC86-375742FD96F8}"/>
              </a:ext>
            </a:extLst>
          </p:cNvPr>
          <p:cNvGraphicFramePr/>
          <p:nvPr>
            <p:extLst>
              <p:ext uri="{D42A27DB-BD31-4B8C-83A1-F6EECF244321}">
                <p14:modId xmlns:p14="http://schemas.microsoft.com/office/powerpoint/2010/main" val="3525431282"/>
              </p:ext>
            </p:extLst>
          </p:nvPr>
        </p:nvGraphicFramePr>
        <p:xfrm>
          <a:off x="1837134" y="1471612"/>
          <a:ext cx="5399485" cy="346284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7031732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28">
          <a:extLst>
            <a:ext uri="{FF2B5EF4-FFF2-40B4-BE49-F238E27FC236}">
              <a16:creationId xmlns:a16="http://schemas.microsoft.com/office/drawing/2014/main" id="{FA64E632-926E-DAEB-1F44-2328817E0840}"/>
            </a:ext>
          </a:extLst>
        </p:cNvPr>
        <p:cNvGrpSpPr/>
        <p:nvPr/>
      </p:nvGrpSpPr>
      <p:grpSpPr>
        <a:xfrm>
          <a:off x="0" y="0"/>
          <a:ext cx="0" cy="0"/>
          <a:chOff x="0" y="0"/>
          <a:chExt cx="0" cy="0"/>
        </a:xfrm>
      </p:grpSpPr>
      <p:sp>
        <p:nvSpPr>
          <p:cNvPr id="429" name="Google Shape;429;p40">
            <a:extLst>
              <a:ext uri="{FF2B5EF4-FFF2-40B4-BE49-F238E27FC236}">
                <a16:creationId xmlns:a16="http://schemas.microsoft.com/office/drawing/2014/main" id="{8F35F8B3-82FE-3C94-54BD-D456F976763D}"/>
              </a:ext>
            </a:extLst>
          </p:cNvPr>
          <p:cNvSpPr txBox="1">
            <a:spLocks noGrp="1"/>
          </p:cNvSpPr>
          <p:nvPr>
            <p:ph type="title"/>
          </p:nvPr>
        </p:nvSpPr>
        <p:spPr>
          <a:xfrm>
            <a:off x="713224" y="2384249"/>
            <a:ext cx="4751717" cy="1605716"/>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Riduzione della dimensionalità</a:t>
            </a:r>
            <a:endParaRPr dirty="0"/>
          </a:p>
        </p:txBody>
      </p:sp>
      <p:sp>
        <p:nvSpPr>
          <p:cNvPr id="430" name="Google Shape;430;p40">
            <a:extLst>
              <a:ext uri="{FF2B5EF4-FFF2-40B4-BE49-F238E27FC236}">
                <a16:creationId xmlns:a16="http://schemas.microsoft.com/office/drawing/2014/main" id="{F84034C5-F46C-044C-9EEE-3B890C721724}"/>
              </a:ext>
            </a:extLst>
          </p:cNvPr>
          <p:cNvSpPr txBox="1">
            <a:spLocks noGrp="1"/>
          </p:cNvSpPr>
          <p:nvPr>
            <p:ph type="title" idx="2"/>
          </p:nvPr>
        </p:nvSpPr>
        <p:spPr>
          <a:xfrm>
            <a:off x="713225" y="1468350"/>
            <a:ext cx="1264200" cy="91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02</a:t>
            </a:r>
            <a:endParaRPr dirty="0"/>
          </a:p>
        </p:txBody>
      </p:sp>
      <p:grpSp>
        <p:nvGrpSpPr>
          <p:cNvPr id="432" name="Google Shape;432;p40">
            <a:extLst>
              <a:ext uri="{FF2B5EF4-FFF2-40B4-BE49-F238E27FC236}">
                <a16:creationId xmlns:a16="http://schemas.microsoft.com/office/drawing/2014/main" id="{A2253D38-445D-EA75-534F-29567CD9B7C3}"/>
              </a:ext>
            </a:extLst>
          </p:cNvPr>
          <p:cNvGrpSpPr/>
          <p:nvPr/>
        </p:nvGrpSpPr>
        <p:grpSpPr>
          <a:xfrm>
            <a:off x="5104880" y="-153372"/>
            <a:ext cx="4218588" cy="6000577"/>
            <a:chOff x="5104880" y="-153372"/>
            <a:chExt cx="4218588" cy="6000577"/>
          </a:xfrm>
        </p:grpSpPr>
        <p:sp>
          <p:nvSpPr>
            <p:cNvPr id="433" name="Google Shape;433;p40">
              <a:extLst>
                <a:ext uri="{FF2B5EF4-FFF2-40B4-BE49-F238E27FC236}">
                  <a16:creationId xmlns:a16="http://schemas.microsoft.com/office/drawing/2014/main" id="{DDB3362A-FE01-83AE-BA10-4DAEA721B213}"/>
                </a:ext>
              </a:extLst>
            </p:cNvPr>
            <p:cNvSpPr/>
            <p:nvPr/>
          </p:nvSpPr>
          <p:spPr>
            <a:xfrm>
              <a:off x="7074911" y="254737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40">
              <a:extLst>
                <a:ext uri="{FF2B5EF4-FFF2-40B4-BE49-F238E27FC236}">
                  <a16:creationId xmlns:a16="http://schemas.microsoft.com/office/drawing/2014/main" id="{217F16DF-F4CC-E03C-8435-FEB8A7465293}"/>
                </a:ext>
              </a:extLst>
            </p:cNvPr>
            <p:cNvSpPr/>
            <p:nvPr/>
          </p:nvSpPr>
          <p:spPr>
            <a:xfrm>
              <a:off x="7026089" y="-1533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40">
              <a:extLst>
                <a:ext uri="{FF2B5EF4-FFF2-40B4-BE49-F238E27FC236}">
                  <a16:creationId xmlns:a16="http://schemas.microsoft.com/office/drawing/2014/main" id="{2CAA3201-3FFC-B22D-BCA0-064972A07F09}"/>
                </a:ext>
              </a:extLst>
            </p:cNvPr>
            <p:cNvSpPr/>
            <p:nvPr/>
          </p:nvSpPr>
          <p:spPr>
            <a:xfrm>
              <a:off x="6606684" y="31846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40">
              <a:extLst>
                <a:ext uri="{FF2B5EF4-FFF2-40B4-BE49-F238E27FC236}">
                  <a16:creationId xmlns:a16="http://schemas.microsoft.com/office/drawing/2014/main" id="{5FB01303-6CB3-562F-1870-65BA6C8BD891}"/>
                </a:ext>
              </a:extLst>
            </p:cNvPr>
            <p:cNvSpPr/>
            <p:nvPr/>
          </p:nvSpPr>
          <p:spPr>
            <a:xfrm>
              <a:off x="6138958" y="13708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40">
              <a:extLst>
                <a:ext uri="{FF2B5EF4-FFF2-40B4-BE49-F238E27FC236}">
                  <a16:creationId xmlns:a16="http://schemas.microsoft.com/office/drawing/2014/main" id="{455C4C83-0B1D-4E18-DD32-962C8769E735}"/>
                </a:ext>
              </a:extLst>
            </p:cNvPr>
            <p:cNvSpPr/>
            <p:nvPr/>
          </p:nvSpPr>
          <p:spPr>
            <a:xfrm>
              <a:off x="5732458" y="87452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40">
              <a:extLst>
                <a:ext uri="{FF2B5EF4-FFF2-40B4-BE49-F238E27FC236}">
                  <a16:creationId xmlns:a16="http://schemas.microsoft.com/office/drawing/2014/main" id="{01396945-E678-DAD2-FD84-50885B4A0CBB}"/>
                </a:ext>
              </a:extLst>
            </p:cNvPr>
            <p:cNvSpPr/>
            <p:nvPr/>
          </p:nvSpPr>
          <p:spPr>
            <a:xfrm>
              <a:off x="7480889" y="98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40">
              <a:extLst>
                <a:ext uri="{FF2B5EF4-FFF2-40B4-BE49-F238E27FC236}">
                  <a16:creationId xmlns:a16="http://schemas.microsoft.com/office/drawing/2014/main" id="{9CAD1CA1-009A-F6B2-F666-3BB71BB92064}"/>
                </a:ext>
              </a:extLst>
            </p:cNvPr>
            <p:cNvSpPr/>
            <p:nvPr/>
          </p:nvSpPr>
          <p:spPr>
            <a:xfrm>
              <a:off x="7074904" y="207505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40">
              <a:extLst>
                <a:ext uri="{FF2B5EF4-FFF2-40B4-BE49-F238E27FC236}">
                  <a16:creationId xmlns:a16="http://schemas.microsoft.com/office/drawing/2014/main" id="{87752C3E-824B-BA3F-82D9-4A551A67C579}"/>
                </a:ext>
              </a:extLst>
            </p:cNvPr>
            <p:cNvSpPr/>
            <p:nvPr/>
          </p:nvSpPr>
          <p:spPr>
            <a:xfrm>
              <a:off x="7962441" y="140407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40">
              <a:extLst>
                <a:ext uri="{FF2B5EF4-FFF2-40B4-BE49-F238E27FC236}">
                  <a16:creationId xmlns:a16="http://schemas.microsoft.com/office/drawing/2014/main" id="{FCAB626A-5A02-C734-6C50-1FD8DDAD406E}"/>
                </a:ext>
              </a:extLst>
            </p:cNvPr>
            <p:cNvSpPr/>
            <p:nvPr/>
          </p:nvSpPr>
          <p:spPr>
            <a:xfrm rot="10800000" flipH="1">
              <a:off x="6036087" y="312497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40">
              <a:extLst>
                <a:ext uri="{FF2B5EF4-FFF2-40B4-BE49-F238E27FC236}">
                  <a16:creationId xmlns:a16="http://schemas.microsoft.com/office/drawing/2014/main" id="{E89EB3D0-880B-4BF2-70C1-7581FB4842B4}"/>
                </a:ext>
              </a:extLst>
            </p:cNvPr>
            <p:cNvSpPr/>
            <p:nvPr/>
          </p:nvSpPr>
          <p:spPr>
            <a:xfrm rot="10800000" flipH="1">
              <a:off x="6355205" y="41020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40">
              <a:extLst>
                <a:ext uri="{FF2B5EF4-FFF2-40B4-BE49-F238E27FC236}">
                  <a16:creationId xmlns:a16="http://schemas.microsoft.com/office/drawing/2014/main" id="{20150EFC-6910-3B89-E801-A67C50BBC911}"/>
                </a:ext>
              </a:extLst>
            </p:cNvPr>
            <p:cNvSpPr/>
            <p:nvPr/>
          </p:nvSpPr>
          <p:spPr>
            <a:xfrm rot="10800000" flipH="1">
              <a:off x="5732459" y="48790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40">
              <a:extLst>
                <a:ext uri="{FF2B5EF4-FFF2-40B4-BE49-F238E27FC236}">
                  <a16:creationId xmlns:a16="http://schemas.microsoft.com/office/drawing/2014/main" id="{EC42998C-F54C-BE80-64D9-F6968160EFDA}"/>
                </a:ext>
              </a:extLst>
            </p:cNvPr>
            <p:cNvSpPr/>
            <p:nvPr/>
          </p:nvSpPr>
          <p:spPr>
            <a:xfrm rot="10800000" flipH="1">
              <a:off x="6683197" y="351549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40">
              <a:extLst>
                <a:ext uri="{FF2B5EF4-FFF2-40B4-BE49-F238E27FC236}">
                  <a16:creationId xmlns:a16="http://schemas.microsoft.com/office/drawing/2014/main" id="{1EE26A30-20C0-292B-7101-528BFD99BD65}"/>
                </a:ext>
              </a:extLst>
            </p:cNvPr>
            <p:cNvSpPr/>
            <p:nvPr/>
          </p:nvSpPr>
          <p:spPr>
            <a:xfrm rot="10800000" flipH="1">
              <a:off x="5104880" y="443452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40">
              <a:extLst>
                <a:ext uri="{FF2B5EF4-FFF2-40B4-BE49-F238E27FC236}">
                  <a16:creationId xmlns:a16="http://schemas.microsoft.com/office/drawing/2014/main" id="{1AE25194-4584-668F-6E7B-6C297C22F059}"/>
                </a:ext>
              </a:extLst>
            </p:cNvPr>
            <p:cNvSpPr/>
            <p:nvPr/>
          </p:nvSpPr>
          <p:spPr>
            <a:xfrm>
              <a:off x="8484758" y="243811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40">
              <a:extLst>
                <a:ext uri="{FF2B5EF4-FFF2-40B4-BE49-F238E27FC236}">
                  <a16:creationId xmlns:a16="http://schemas.microsoft.com/office/drawing/2014/main" id="{CF96F816-A91F-0BB4-9723-C4FE08516B71}"/>
                </a:ext>
              </a:extLst>
            </p:cNvPr>
            <p:cNvSpPr/>
            <p:nvPr/>
          </p:nvSpPr>
          <p:spPr>
            <a:xfrm>
              <a:off x="8038260" y="29212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0">
              <a:extLst>
                <a:ext uri="{FF2B5EF4-FFF2-40B4-BE49-F238E27FC236}">
                  <a16:creationId xmlns:a16="http://schemas.microsoft.com/office/drawing/2014/main" id="{FA6ECA82-1137-20AA-8344-1F930C4A8E56}"/>
                </a:ext>
              </a:extLst>
            </p:cNvPr>
            <p:cNvSpPr/>
            <p:nvPr/>
          </p:nvSpPr>
          <p:spPr>
            <a:xfrm rot="10800000" flipH="1">
              <a:off x="7853362" y="396220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0">
              <a:extLst>
                <a:ext uri="{FF2B5EF4-FFF2-40B4-BE49-F238E27FC236}">
                  <a16:creationId xmlns:a16="http://schemas.microsoft.com/office/drawing/2014/main" id="{C8BB70C4-7DF6-8BE5-4A3A-C611716866B2}"/>
                </a:ext>
              </a:extLst>
            </p:cNvPr>
            <p:cNvSpPr/>
            <p:nvPr/>
          </p:nvSpPr>
          <p:spPr>
            <a:xfrm rot="10800000" flipH="1">
              <a:off x="8261505" y="443452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50" name="Google Shape;450;p40">
            <a:extLst>
              <a:ext uri="{FF2B5EF4-FFF2-40B4-BE49-F238E27FC236}">
                <a16:creationId xmlns:a16="http://schemas.microsoft.com/office/drawing/2014/main" id="{95AD7655-E04C-01B1-86CE-46924926D651}"/>
              </a:ext>
            </a:extLst>
          </p:cNvPr>
          <p:cNvCxnSpPr/>
          <p:nvPr/>
        </p:nvCxnSpPr>
        <p:spPr>
          <a:xfrm>
            <a:off x="841250" y="1385850"/>
            <a:ext cx="373500" cy="0"/>
          </a:xfrm>
          <a:prstGeom prst="straightConnector1">
            <a:avLst/>
          </a:prstGeom>
          <a:noFill/>
          <a:ln w="19050"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12757336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73">
          <a:extLst>
            <a:ext uri="{FF2B5EF4-FFF2-40B4-BE49-F238E27FC236}">
              <a16:creationId xmlns:a16="http://schemas.microsoft.com/office/drawing/2014/main" id="{83E06388-2A95-58B9-31B1-9AA7CA05C603}"/>
            </a:ext>
          </a:extLst>
        </p:cNvPr>
        <p:cNvGrpSpPr/>
        <p:nvPr/>
      </p:nvGrpSpPr>
      <p:grpSpPr>
        <a:xfrm>
          <a:off x="0" y="0"/>
          <a:ext cx="0" cy="0"/>
          <a:chOff x="0" y="0"/>
          <a:chExt cx="0" cy="0"/>
        </a:xfrm>
      </p:grpSpPr>
      <p:sp>
        <p:nvSpPr>
          <p:cNvPr id="874" name="Google Shape;874;p58">
            <a:extLst>
              <a:ext uri="{FF2B5EF4-FFF2-40B4-BE49-F238E27FC236}">
                <a16:creationId xmlns:a16="http://schemas.microsoft.com/office/drawing/2014/main" id="{4C4BD8D0-5028-7A1A-6BDE-817BD64F509D}"/>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Encoding</a:t>
            </a:r>
            <a:endParaRPr dirty="0"/>
          </a:p>
        </p:txBody>
      </p:sp>
      <p:sp>
        <p:nvSpPr>
          <p:cNvPr id="2" name="Google Shape;463;p42">
            <a:extLst>
              <a:ext uri="{FF2B5EF4-FFF2-40B4-BE49-F238E27FC236}">
                <a16:creationId xmlns:a16="http://schemas.microsoft.com/office/drawing/2014/main" id="{BB79D2C2-790F-E1AD-0BB1-299D1E5EA246}"/>
              </a:ext>
            </a:extLst>
          </p:cNvPr>
          <p:cNvSpPr txBox="1">
            <a:spLocks/>
          </p:cNvSpPr>
          <p:nvPr/>
        </p:nvSpPr>
        <p:spPr>
          <a:xfrm>
            <a:off x="719914" y="1264808"/>
            <a:ext cx="7704000" cy="154983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39700">
              <a:spcBef>
                <a:spcPts val="1000"/>
              </a:spcBef>
              <a:buSzPts val="1400"/>
            </a:pPr>
            <a:r>
              <a:rPr lang="it-IT" dirty="0">
                <a:latin typeface="DM Sans" pitchFamily="2" charset="0"/>
              </a:rPr>
              <a:t>I vari metodi per la dimensionality reduction richiedono di lavorare con dati numerici.</a:t>
            </a:r>
          </a:p>
          <a:p>
            <a:pPr marL="139700">
              <a:spcBef>
                <a:spcPts val="1000"/>
              </a:spcBef>
              <a:buSzPts val="1400"/>
            </a:pPr>
            <a:r>
              <a:rPr lang="it-IT" dirty="0">
                <a:latin typeface="DM Sans" pitchFamily="2" charset="0"/>
              </a:rPr>
              <a:t>Nel dataset sono presenti solo feature categoriche, sia nominali che ordinali, dove quest’ultime già convertite in numeri discreti.</a:t>
            </a:r>
          </a:p>
          <a:p>
            <a:pPr marL="139700">
              <a:spcBef>
                <a:spcPts val="1000"/>
              </a:spcBef>
              <a:buSzPts val="1400"/>
            </a:pPr>
            <a:r>
              <a:rPr lang="it-IT" dirty="0">
                <a:latin typeface="DM Sans" pitchFamily="2" charset="0"/>
              </a:rPr>
              <a:t>Per le feature categoriche nominali è stata utilizzata la </a:t>
            </a:r>
            <a:r>
              <a:rPr lang="it-IT" u="sng" dirty="0">
                <a:latin typeface="DM Sans" pitchFamily="2" charset="0"/>
              </a:rPr>
              <a:t>One Hot Encoding.</a:t>
            </a:r>
          </a:p>
          <a:p>
            <a:pPr marL="139700">
              <a:spcBef>
                <a:spcPts val="1000"/>
              </a:spcBef>
              <a:buSzPts val="1400"/>
            </a:pPr>
            <a:endParaRPr lang="it-IT" dirty="0">
              <a:latin typeface="DM Sans" pitchFamily="2" charset="0"/>
            </a:endParaRPr>
          </a:p>
          <a:p>
            <a:pPr marL="139700">
              <a:spcBef>
                <a:spcPts val="1000"/>
              </a:spcBef>
              <a:buSzPts val="1400"/>
            </a:pPr>
            <a:endParaRPr lang="it-IT" dirty="0">
              <a:latin typeface="DM Sans" pitchFamily="2" charset="0"/>
            </a:endParaRPr>
          </a:p>
        </p:txBody>
      </p:sp>
      <p:pic>
        <p:nvPicPr>
          <p:cNvPr id="4" name="Immagine 3" descr="Immagine che contiene testo, schermata, Software multimediale, software&#10;&#10;Descrizione generata automaticamente">
            <a:extLst>
              <a:ext uri="{FF2B5EF4-FFF2-40B4-BE49-F238E27FC236}">
                <a16:creationId xmlns:a16="http://schemas.microsoft.com/office/drawing/2014/main" id="{AABD76EE-55A3-42FE-38C3-20326965D5F6}"/>
              </a:ext>
            </a:extLst>
          </p:cNvPr>
          <p:cNvPicPr>
            <a:picLocks noChangeAspect="1"/>
          </p:cNvPicPr>
          <p:nvPr/>
        </p:nvPicPr>
        <p:blipFill>
          <a:blip r:embed="rId3"/>
          <a:stretch>
            <a:fillRect/>
          </a:stretch>
        </p:blipFill>
        <p:spPr>
          <a:xfrm>
            <a:off x="314239" y="2894247"/>
            <a:ext cx="8515350" cy="1826958"/>
          </a:xfrm>
          <a:prstGeom prst="rect">
            <a:avLst/>
          </a:prstGeom>
        </p:spPr>
      </p:pic>
    </p:spTree>
    <p:extLst>
      <p:ext uri="{BB962C8B-B14F-4D97-AF65-F5344CB8AC3E}">
        <p14:creationId xmlns:p14="http://schemas.microsoft.com/office/powerpoint/2010/main" val="35605369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61">
          <a:extLst>
            <a:ext uri="{FF2B5EF4-FFF2-40B4-BE49-F238E27FC236}">
              <a16:creationId xmlns:a16="http://schemas.microsoft.com/office/drawing/2014/main" id="{A48FC82E-C87A-7C3B-72B2-76FD48790A79}"/>
            </a:ext>
          </a:extLst>
        </p:cNvPr>
        <p:cNvGrpSpPr/>
        <p:nvPr/>
      </p:nvGrpSpPr>
      <p:grpSpPr>
        <a:xfrm>
          <a:off x="0" y="0"/>
          <a:ext cx="0" cy="0"/>
          <a:chOff x="0" y="0"/>
          <a:chExt cx="0" cy="0"/>
        </a:xfrm>
      </p:grpSpPr>
      <p:sp>
        <p:nvSpPr>
          <p:cNvPr id="462" name="Google Shape;462;p42">
            <a:extLst>
              <a:ext uri="{FF2B5EF4-FFF2-40B4-BE49-F238E27FC236}">
                <a16:creationId xmlns:a16="http://schemas.microsoft.com/office/drawing/2014/main" id="{DD26A8B5-994B-4C0F-5C64-01E92739480B}"/>
              </a:ext>
            </a:extLst>
          </p:cNvPr>
          <p:cNvSpPr txBox="1">
            <a:spLocks noGrp="1"/>
          </p:cNvSpPr>
          <p:nvPr>
            <p:ph type="title"/>
          </p:nvPr>
        </p:nvSpPr>
        <p:spPr>
          <a:xfrm>
            <a:off x="720000" y="445025"/>
            <a:ext cx="5549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IT" dirty="0">
                <a:latin typeface="Outfit" panose="020B0604020202020204" charset="0"/>
              </a:rPr>
              <a:t>Dimensionality Reduction</a:t>
            </a:r>
            <a:endParaRPr dirty="0">
              <a:latin typeface="Outfit" panose="020B0604020202020204" charset="0"/>
            </a:endParaRPr>
          </a:p>
        </p:txBody>
      </p:sp>
      <p:sp>
        <p:nvSpPr>
          <p:cNvPr id="463" name="Google Shape;463;p42">
            <a:extLst>
              <a:ext uri="{FF2B5EF4-FFF2-40B4-BE49-F238E27FC236}">
                <a16:creationId xmlns:a16="http://schemas.microsoft.com/office/drawing/2014/main" id="{CB370902-8BAE-DFEC-93FB-772ED4881136}"/>
              </a:ext>
            </a:extLst>
          </p:cNvPr>
          <p:cNvSpPr txBox="1">
            <a:spLocks noGrp="1"/>
          </p:cNvSpPr>
          <p:nvPr>
            <p:ph type="subTitle" idx="1"/>
          </p:nvPr>
        </p:nvSpPr>
        <p:spPr>
          <a:xfrm>
            <a:off x="725632" y="1264807"/>
            <a:ext cx="4294800" cy="3340267"/>
          </a:xfrm>
          <a:prstGeom prst="rect">
            <a:avLst/>
          </a:prstGeom>
          <a:ln w="12700">
            <a:noFill/>
          </a:ln>
        </p:spPr>
        <p:txBody>
          <a:bodyPr spcFirstLastPara="1" wrap="square" lIns="91425" tIns="91425" rIns="91425" bIns="91425" anchor="t" anchorCtr="0">
            <a:noAutofit/>
          </a:bodyPr>
          <a:lstStyle/>
          <a:p>
            <a:pPr marL="139700" indent="0">
              <a:spcBef>
                <a:spcPts val="1000"/>
              </a:spcBef>
              <a:buSzPts val="1400"/>
              <a:buNone/>
            </a:pPr>
            <a:r>
              <a:rPr lang="it-IT" dirty="0"/>
              <a:t>Con l’</a:t>
            </a:r>
            <a:r>
              <a:rPr lang="it-IT" dirty="0" err="1"/>
              <a:t>encoding</a:t>
            </a:r>
            <a:r>
              <a:rPr lang="it-IT" dirty="0"/>
              <a:t> delle feature categoriche il numero di dimensioni è salito da 108 a 230. A causa della </a:t>
            </a:r>
            <a:r>
              <a:rPr lang="it-IT" u="sng" dirty="0"/>
              <a:t>maledizione della dimensionalità</a:t>
            </a:r>
            <a:r>
              <a:rPr lang="it-IT" i="1" dirty="0"/>
              <a:t> </a:t>
            </a:r>
            <a:r>
              <a:rPr lang="it-IT" dirty="0"/>
              <a:t>è opportuno ridurre il numero di dimensioni prima di effettuare clustering.</a:t>
            </a:r>
          </a:p>
          <a:p>
            <a:pPr marL="139700" indent="0">
              <a:spcBef>
                <a:spcPts val="1000"/>
              </a:spcBef>
              <a:buSzPts val="1400"/>
              <a:buNone/>
            </a:pPr>
            <a:r>
              <a:rPr lang="it-IT" dirty="0"/>
              <a:t>I metodi applicati sono:</a:t>
            </a:r>
          </a:p>
          <a:p>
            <a:pPr>
              <a:spcBef>
                <a:spcPts val="1000"/>
              </a:spcBef>
              <a:buSzPts val="1400"/>
            </a:pPr>
            <a:r>
              <a:rPr lang="it-IT" dirty="0"/>
              <a:t>PCA</a:t>
            </a:r>
          </a:p>
          <a:p>
            <a:pPr>
              <a:spcBef>
                <a:spcPts val="1000"/>
              </a:spcBef>
              <a:buSzPts val="1400"/>
            </a:pPr>
            <a:r>
              <a:rPr lang="it-IT" dirty="0"/>
              <a:t>Kernel-PCA</a:t>
            </a:r>
          </a:p>
          <a:p>
            <a:pPr>
              <a:spcBef>
                <a:spcPts val="1000"/>
              </a:spcBef>
              <a:buSzPts val="1400"/>
            </a:pPr>
            <a:r>
              <a:rPr lang="it-IT" dirty="0"/>
              <a:t>TSNE</a:t>
            </a:r>
          </a:p>
          <a:p>
            <a:pPr>
              <a:spcBef>
                <a:spcPts val="1000"/>
              </a:spcBef>
              <a:buSzPts val="1400"/>
            </a:pPr>
            <a:r>
              <a:rPr lang="it-IT" dirty="0"/>
              <a:t>UMAP</a:t>
            </a:r>
          </a:p>
          <a:p>
            <a:pPr marL="139700" lvl="0" indent="0" algn="l" rtl="0">
              <a:spcBef>
                <a:spcPts val="1000"/>
              </a:spcBef>
              <a:spcAft>
                <a:spcPts val="0"/>
              </a:spcAft>
              <a:buSzPts val="1400"/>
              <a:buNone/>
            </a:pPr>
            <a:endParaRPr lang="it-IT" dirty="0"/>
          </a:p>
        </p:txBody>
      </p:sp>
      <p:grpSp>
        <p:nvGrpSpPr>
          <p:cNvPr id="464" name="Google Shape;464;p42">
            <a:extLst>
              <a:ext uri="{FF2B5EF4-FFF2-40B4-BE49-F238E27FC236}">
                <a16:creationId xmlns:a16="http://schemas.microsoft.com/office/drawing/2014/main" id="{AC540D67-C7DE-3268-523F-7A87E0D6BE62}"/>
              </a:ext>
            </a:extLst>
          </p:cNvPr>
          <p:cNvGrpSpPr/>
          <p:nvPr/>
        </p:nvGrpSpPr>
        <p:grpSpPr>
          <a:xfrm>
            <a:off x="5430930" y="-445784"/>
            <a:ext cx="4086563" cy="6064817"/>
            <a:chOff x="5430930" y="-445784"/>
            <a:chExt cx="4086563" cy="6064817"/>
          </a:xfrm>
        </p:grpSpPr>
        <p:sp>
          <p:nvSpPr>
            <p:cNvPr id="465" name="Google Shape;465;p42">
              <a:extLst>
                <a:ext uri="{FF2B5EF4-FFF2-40B4-BE49-F238E27FC236}">
                  <a16:creationId xmlns:a16="http://schemas.microsoft.com/office/drawing/2014/main" id="{A9AD4219-4F97-4AE9-9F3C-1FFB37EB3D6A}"/>
                </a:ext>
              </a:extLst>
            </p:cNvPr>
            <p:cNvSpPr/>
            <p:nvPr/>
          </p:nvSpPr>
          <p:spPr>
            <a:xfrm>
              <a:off x="7368520" y="98876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42">
              <a:extLst>
                <a:ext uri="{FF2B5EF4-FFF2-40B4-BE49-F238E27FC236}">
                  <a16:creationId xmlns:a16="http://schemas.microsoft.com/office/drawing/2014/main" id="{2A0EEEEC-EDBB-0680-0CCE-38FBC1C7BC5D}"/>
                </a:ext>
              </a:extLst>
            </p:cNvPr>
            <p:cNvSpPr/>
            <p:nvPr/>
          </p:nvSpPr>
          <p:spPr>
            <a:xfrm rot="10800000" flipH="1">
              <a:off x="6036409" y="19621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42">
              <a:extLst>
                <a:ext uri="{FF2B5EF4-FFF2-40B4-BE49-F238E27FC236}">
                  <a16:creationId xmlns:a16="http://schemas.microsoft.com/office/drawing/2014/main" id="{77F94440-46AC-8D08-F8CB-5AE1A582F766}"/>
                </a:ext>
              </a:extLst>
            </p:cNvPr>
            <p:cNvSpPr/>
            <p:nvPr/>
          </p:nvSpPr>
          <p:spPr>
            <a:xfrm>
              <a:off x="7309474" y="21661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42">
              <a:extLst>
                <a:ext uri="{FF2B5EF4-FFF2-40B4-BE49-F238E27FC236}">
                  <a16:creationId xmlns:a16="http://schemas.microsoft.com/office/drawing/2014/main" id="{4B14570F-1746-2365-1E17-0F78A339079F}"/>
                </a:ext>
              </a:extLst>
            </p:cNvPr>
            <p:cNvSpPr/>
            <p:nvPr/>
          </p:nvSpPr>
          <p:spPr>
            <a:xfrm>
              <a:off x="6269702" y="-4457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42">
              <a:extLst>
                <a:ext uri="{FF2B5EF4-FFF2-40B4-BE49-F238E27FC236}">
                  <a16:creationId xmlns:a16="http://schemas.microsoft.com/office/drawing/2014/main" id="{15AAF48A-4D44-0DE5-B959-CA159F89313B}"/>
                </a:ext>
              </a:extLst>
            </p:cNvPr>
            <p:cNvSpPr/>
            <p:nvPr/>
          </p:nvSpPr>
          <p:spPr>
            <a:xfrm>
              <a:off x="5830483" y="42158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42">
              <a:extLst>
                <a:ext uri="{FF2B5EF4-FFF2-40B4-BE49-F238E27FC236}">
                  <a16:creationId xmlns:a16="http://schemas.microsoft.com/office/drawing/2014/main" id="{EA630AF7-D497-4FB6-D7B2-FE1913E0DB2F}"/>
                </a:ext>
              </a:extLst>
            </p:cNvPr>
            <p:cNvSpPr/>
            <p:nvPr/>
          </p:nvSpPr>
          <p:spPr>
            <a:xfrm>
              <a:off x="6269683" y="133254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42">
              <a:extLst>
                <a:ext uri="{FF2B5EF4-FFF2-40B4-BE49-F238E27FC236}">
                  <a16:creationId xmlns:a16="http://schemas.microsoft.com/office/drawing/2014/main" id="{6279347C-930A-EEEF-3412-39C3E0BC7363}"/>
                </a:ext>
              </a:extLst>
            </p:cNvPr>
            <p:cNvSpPr/>
            <p:nvPr/>
          </p:nvSpPr>
          <p:spPr>
            <a:xfrm>
              <a:off x="8430764" y="23422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42">
              <a:extLst>
                <a:ext uri="{FF2B5EF4-FFF2-40B4-BE49-F238E27FC236}">
                  <a16:creationId xmlns:a16="http://schemas.microsoft.com/office/drawing/2014/main" id="{E78652DD-6935-261B-4650-87E90B8E9DDD}"/>
                </a:ext>
              </a:extLst>
            </p:cNvPr>
            <p:cNvSpPr/>
            <p:nvPr/>
          </p:nvSpPr>
          <p:spPr>
            <a:xfrm>
              <a:off x="7309467" y="261820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42">
              <a:extLst>
                <a:ext uri="{FF2B5EF4-FFF2-40B4-BE49-F238E27FC236}">
                  <a16:creationId xmlns:a16="http://schemas.microsoft.com/office/drawing/2014/main" id="{485CE348-D7A2-2A87-E42B-13FD7CF1FE38}"/>
                </a:ext>
              </a:extLst>
            </p:cNvPr>
            <p:cNvSpPr/>
            <p:nvPr/>
          </p:nvSpPr>
          <p:spPr>
            <a:xfrm>
              <a:off x="7962441" y="131801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42">
              <a:extLst>
                <a:ext uri="{FF2B5EF4-FFF2-40B4-BE49-F238E27FC236}">
                  <a16:creationId xmlns:a16="http://schemas.microsoft.com/office/drawing/2014/main" id="{A08A392D-3C18-055A-0951-A8F38395093E}"/>
                </a:ext>
              </a:extLst>
            </p:cNvPr>
            <p:cNvSpPr/>
            <p:nvPr/>
          </p:nvSpPr>
          <p:spPr>
            <a:xfrm rot="10800000" flipH="1">
              <a:off x="6351880" y="311086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42">
              <a:extLst>
                <a:ext uri="{FF2B5EF4-FFF2-40B4-BE49-F238E27FC236}">
                  <a16:creationId xmlns:a16="http://schemas.microsoft.com/office/drawing/2014/main" id="{CDB8C8BE-4078-BC00-7BBB-1778BDAB4B22}"/>
                </a:ext>
              </a:extLst>
            </p:cNvPr>
            <p:cNvSpPr/>
            <p:nvPr/>
          </p:nvSpPr>
          <p:spPr>
            <a:xfrm rot="10800000" flipH="1">
              <a:off x="6790284" y="354856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42">
              <a:extLst>
                <a:ext uri="{FF2B5EF4-FFF2-40B4-BE49-F238E27FC236}">
                  <a16:creationId xmlns:a16="http://schemas.microsoft.com/office/drawing/2014/main" id="{CDEB188E-6844-BA18-B889-82E648FF04BA}"/>
                </a:ext>
              </a:extLst>
            </p:cNvPr>
            <p:cNvSpPr/>
            <p:nvPr/>
          </p:nvSpPr>
          <p:spPr>
            <a:xfrm rot="10800000" flipH="1">
              <a:off x="5430930" y="465091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42">
              <a:extLst>
                <a:ext uri="{FF2B5EF4-FFF2-40B4-BE49-F238E27FC236}">
                  <a16:creationId xmlns:a16="http://schemas.microsoft.com/office/drawing/2014/main" id="{08099797-8430-1CE6-B69D-2C662859AA7F}"/>
                </a:ext>
              </a:extLst>
            </p:cNvPr>
            <p:cNvSpPr/>
            <p:nvPr/>
          </p:nvSpPr>
          <p:spPr>
            <a:xfrm>
              <a:off x="8678783" y="266882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42">
              <a:extLst>
                <a:ext uri="{FF2B5EF4-FFF2-40B4-BE49-F238E27FC236}">
                  <a16:creationId xmlns:a16="http://schemas.microsoft.com/office/drawing/2014/main" id="{349CF598-B2D5-4A65-E33A-B1615651E64E}"/>
                </a:ext>
              </a:extLst>
            </p:cNvPr>
            <p:cNvSpPr/>
            <p:nvPr/>
          </p:nvSpPr>
          <p:spPr>
            <a:xfrm>
              <a:off x="8430773" y="22359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42">
              <a:extLst>
                <a:ext uri="{FF2B5EF4-FFF2-40B4-BE49-F238E27FC236}">
                  <a16:creationId xmlns:a16="http://schemas.microsoft.com/office/drawing/2014/main" id="{676DDF6B-493C-B0C6-5D9F-D00D22672826}"/>
                </a:ext>
              </a:extLst>
            </p:cNvPr>
            <p:cNvSpPr/>
            <p:nvPr/>
          </p:nvSpPr>
          <p:spPr>
            <a:xfrm rot="10800000" flipH="1">
              <a:off x="8119787" y="363695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42">
              <a:extLst>
                <a:ext uri="{FF2B5EF4-FFF2-40B4-BE49-F238E27FC236}">
                  <a16:creationId xmlns:a16="http://schemas.microsoft.com/office/drawing/2014/main" id="{F316C00C-347C-3AF5-6D35-6152C2EEBC30}"/>
                </a:ext>
              </a:extLst>
            </p:cNvPr>
            <p:cNvSpPr/>
            <p:nvPr/>
          </p:nvSpPr>
          <p:spPr>
            <a:xfrm rot="10800000" flipH="1">
              <a:off x="7697255" y="411247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42">
              <a:extLst>
                <a:ext uri="{FF2B5EF4-FFF2-40B4-BE49-F238E27FC236}">
                  <a16:creationId xmlns:a16="http://schemas.microsoft.com/office/drawing/2014/main" id="{39029226-BFB6-1633-EAD5-B8713B6EC162}"/>
                </a:ext>
              </a:extLst>
            </p:cNvPr>
            <p:cNvSpPr/>
            <p:nvPr/>
          </p:nvSpPr>
          <p:spPr>
            <a:xfrm>
              <a:off x="6628072" y="11249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42">
              <a:extLst>
                <a:ext uri="{FF2B5EF4-FFF2-40B4-BE49-F238E27FC236}">
                  <a16:creationId xmlns:a16="http://schemas.microsoft.com/office/drawing/2014/main" id="{E29D5E28-B146-7239-2C41-D3141BA87756}"/>
                </a:ext>
              </a:extLst>
            </p:cNvPr>
            <p:cNvSpPr/>
            <p:nvPr/>
          </p:nvSpPr>
          <p:spPr>
            <a:xfrm rot="10800000" flipH="1">
              <a:off x="7825159" y="-2514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CasellaDiTesto 1">
            <a:extLst>
              <a:ext uri="{FF2B5EF4-FFF2-40B4-BE49-F238E27FC236}">
                <a16:creationId xmlns:a16="http://schemas.microsoft.com/office/drawing/2014/main" id="{D9C10083-DF30-3300-227A-DDEF32FDD43B}"/>
              </a:ext>
            </a:extLst>
          </p:cNvPr>
          <p:cNvSpPr txBox="1"/>
          <p:nvPr/>
        </p:nvSpPr>
        <p:spPr>
          <a:xfrm>
            <a:off x="2928599" y="3332106"/>
            <a:ext cx="1850186" cy="307777"/>
          </a:xfrm>
          <a:custGeom>
            <a:avLst/>
            <a:gdLst>
              <a:gd name="connsiteX0" fmla="*/ 0 w 1850186"/>
              <a:gd name="connsiteY0" fmla="*/ 0 h 307777"/>
              <a:gd name="connsiteX1" fmla="*/ 462547 w 1850186"/>
              <a:gd name="connsiteY1" fmla="*/ 0 h 307777"/>
              <a:gd name="connsiteX2" fmla="*/ 906591 w 1850186"/>
              <a:gd name="connsiteY2" fmla="*/ 0 h 307777"/>
              <a:gd name="connsiteX3" fmla="*/ 1387640 w 1850186"/>
              <a:gd name="connsiteY3" fmla="*/ 0 h 307777"/>
              <a:gd name="connsiteX4" fmla="*/ 1850186 w 1850186"/>
              <a:gd name="connsiteY4" fmla="*/ 0 h 307777"/>
              <a:gd name="connsiteX5" fmla="*/ 1850186 w 1850186"/>
              <a:gd name="connsiteY5" fmla="*/ 307777 h 307777"/>
              <a:gd name="connsiteX6" fmla="*/ 1443145 w 1850186"/>
              <a:gd name="connsiteY6" fmla="*/ 307777 h 307777"/>
              <a:gd name="connsiteX7" fmla="*/ 1036104 w 1850186"/>
              <a:gd name="connsiteY7" fmla="*/ 307777 h 307777"/>
              <a:gd name="connsiteX8" fmla="*/ 610561 w 1850186"/>
              <a:gd name="connsiteY8" fmla="*/ 307777 h 307777"/>
              <a:gd name="connsiteX9" fmla="*/ 0 w 1850186"/>
              <a:gd name="connsiteY9" fmla="*/ 307777 h 307777"/>
              <a:gd name="connsiteX10" fmla="*/ 0 w 1850186"/>
              <a:gd name="connsiteY10" fmla="*/ 0 h 307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50186" h="307777" extrusionOk="0">
                <a:moveTo>
                  <a:pt x="0" y="0"/>
                </a:moveTo>
                <a:cubicBezTo>
                  <a:pt x="222222" y="-5921"/>
                  <a:pt x="309006" y="15864"/>
                  <a:pt x="462547" y="0"/>
                </a:cubicBezTo>
                <a:cubicBezTo>
                  <a:pt x="616088" y="-15864"/>
                  <a:pt x="764251" y="23613"/>
                  <a:pt x="906591" y="0"/>
                </a:cubicBezTo>
                <a:cubicBezTo>
                  <a:pt x="1048931" y="-23613"/>
                  <a:pt x="1224304" y="36935"/>
                  <a:pt x="1387640" y="0"/>
                </a:cubicBezTo>
                <a:cubicBezTo>
                  <a:pt x="1550976" y="-36935"/>
                  <a:pt x="1653006" y="6766"/>
                  <a:pt x="1850186" y="0"/>
                </a:cubicBezTo>
                <a:cubicBezTo>
                  <a:pt x="1853381" y="138806"/>
                  <a:pt x="1845807" y="191893"/>
                  <a:pt x="1850186" y="307777"/>
                </a:cubicBezTo>
                <a:cubicBezTo>
                  <a:pt x="1748808" y="316386"/>
                  <a:pt x="1550411" y="265940"/>
                  <a:pt x="1443145" y="307777"/>
                </a:cubicBezTo>
                <a:cubicBezTo>
                  <a:pt x="1335879" y="349614"/>
                  <a:pt x="1197719" y="268076"/>
                  <a:pt x="1036104" y="307777"/>
                </a:cubicBezTo>
                <a:cubicBezTo>
                  <a:pt x="874489" y="347478"/>
                  <a:pt x="739656" y="292399"/>
                  <a:pt x="610561" y="307777"/>
                </a:cubicBezTo>
                <a:cubicBezTo>
                  <a:pt x="481466" y="323155"/>
                  <a:pt x="283350" y="235739"/>
                  <a:pt x="0" y="307777"/>
                </a:cubicBezTo>
                <a:cubicBezTo>
                  <a:pt x="-18564" y="214796"/>
                  <a:pt x="34136" y="121350"/>
                  <a:pt x="0" y="0"/>
                </a:cubicBezTo>
                <a:close/>
              </a:path>
            </a:pathLst>
          </a:custGeom>
          <a:noFill/>
          <a:ln w="12700">
            <a:solidFill>
              <a:schemeClr val="accent1"/>
            </a:solidFill>
            <a:extLst>
              <a:ext uri="{C807C97D-BFC1-408E-A445-0C87EB9F89A2}">
                <ask:lineSketchStyleProps xmlns:ask="http://schemas.microsoft.com/office/drawing/2018/sketchyshapes" sd="1617499634">
                  <a:prstGeom prst="rect">
                    <a:avLst/>
                  </a:prstGeom>
                  <ask:type>
                    <ask:lineSketchScribble/>
                  </ask:type>
                </ask:lineSketchStyleProps>
              </a:ext>
            </a:extLst>
          </a:ln>
        </p:spPr>
        <p:txBody>
          <a:bodyPr wrap="none" rtlCol="0">
            <a:spAutoFit/>
          </a:bodyPr>
          <a:lstStyle/>
          <a:p>
            <a:r>
              <a:rPr lang="it-IT" dirty="0">
                <a:latin typeface="DM Sans" pitchFamily="2" charset="0"/>
              </a:rPr>
              <a:t>Basati sulla distanza</a:t>
            </a:r>
          </a:p>
        </p:txBody>
      </p:sp>
      <p:sp>
        <p:nvSpPr>
          <p:cNvPr id="3" name="CasellaDiTesto 2">
            <a:extLst>
              <a:ext uri="{FF2B5EF4-FFF2-40B4-BE49-F238E27FC236}">
                <a16:creationId xmlns:a16="http://schemas.microsoft.com/office/drawing/2014/main" id="{F2DB8D96-E2F0-FE11-DB82-9A3A872EF4F1}"/>
              </a:ext>
            </a:extLst>
          </p:cNvPr>
          <p:cNvSpPr txBox="1"/>
          <p:nvPr/>
        </p:nvSpPr>
        <p:spPr>
          <a:xfrm>
            <a:off x="2525460" y="4105477"/>
            <a:ext cx="2054514" cy="307777"/>
          </a:xfrm>
          <a:custGeom>
            <a:avLst/>
            <a:gdLst>
              <a:gd name="connsiteX0" fmla="*/ 0 w 2054514"/>
              <a:gd name="connsiteY0" fmla="*/ 0 h 307777"/>
              <a:gd name="connsiteX1" fmla="*/ 493083 w 2054514"/>
              <a:gd name="connsiteY1" fmla="*/ 0 h 307777"/>
              <a:gd name="connsiteX2" fmla="*/ 945076 w 2054514"/>
              <a:gd name="connsiteY2" fmla="*/ 0 h 307777"/>
              <a:gd name="connsiteX3" fmla="*/ 1499795 w 2054514"/>
              <a:gd name="connsiteY3" fmla="*/ 0 h 307777"/>
              <a:gd name="connsiteX4" fmla="*/ 2054514 w 2054514"/>
              <a:gd name="connsiteY4" fmla="*/ 0 h 307777"/>
              <a:gd name="connsiteX5" fmla="*/ 2054514 w 2054514"/>
              <a:gd name="connsiteY5" fmla="*/ 307777 h 307777"/>
              <a:gd name="connsiteX6" fmla="*/ 1581976 w 2054514"/>
              <a:gd name="connsiteY6" fmla="*/ 307777 h 307777"/>
              <a:gd name="connsiteX7" fmla="*/ 1109438 w 2054514"/>
              <a:gd name="connsiteY7" fmla="*/ 307777 h 307777"/>
              <a:gd name="connsiteX8" fmla="*/ 554719 w 2054514"/>
              <a:gd name="connsiteY8" fmla="*/ 307777 h 307777"/>
              <a:gd name="connsiteX9" fmla="*/ 0 w 2054514"/>
              <a:gd name="connsiteY9" fmla="*/ 307777 h 307777"/>
              <a:gd name="connsiteX10" fmla="*/ 0 w 2054514"/>
              <a:gd name="connsiteY10" fmla="*/ 0 h 307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54514" h="307777" extrusionOk="0">
                <a:moveTo>
                  <a:pt x="0" y="0"/>
                </a:moveTo>
                <a:cubicBezTo>
                  <a:pt x="240221" y="-24793"/>
                  <a:pt x="283208" y="24240"/>
                  <a:pt x="493083" y="0"/>
                </a:cubicBezTo>
                <a:cubicBezTo>
                  <a:pt x="702958" y="-24240"/>
                  <a:pt x="770588" y="39335"/>
                  <a:pt x="945076" y="0"/>
                </a:cubicBezTo>
                <a:cubicBezTo>
                  <a:pt x="1119564" y="-39335"/>
                  <a:pt x="1237029" y="13575"/>
                  <a:pt x="1499795" y="0"/>
                </a:cubicBezTo>
                <a:cubicBezTo>
                  <a:pt x="1762561" y="-13575"/>
                  <a:pt x="1783285" y="39208"/>
                  <a:pt x="2054514" y="0"/>
                </a:cubicBezTo>
                <a:cubicBezTo>
                  <a:pt x="2056024" y="131595"/>
                  <a:pt x="2020859" y="214584"/>
                  <a:pt x="2054514" y="307777"/>
                </a:cubicBezTo>
                <a:cubicBezTo>
                  <a:pt x="1912461" y="324119"/>
                  <a:pt x="1681954" y="282333"/>
                  <a:pt x="1581976" y="307777"/>
                </a:cubicBezTo>
                <a:cubicBezTo>
                  <a:pt x="1481998" y="333221"/>
                  <a:pt x="1209225" y="258814"/>
                  <a:pt x="1109438" y="307777"/>
                </a:cubicBezTo>
                <a:cubicBezTo>
                  <a:pt x="1009651" y="356740"/>
                  <a:pt x="777280" y="301553"/>
                  <a:pt x="554719" y="307777"/>
                </a:cubicBezTo>
                <a:cubicBezTo>
                  <a:pt x="332158" y="314001"/>
                  <a:pt x="196782" y="261567"/>
                  <a:pt x="0" y="307777"/>
                </a:cubicBezTo>
                <a:cubicBezTo>
                  <a:pt x="-10284" y="203020"/>
                  <a:pt x="5845" y="111831"/>
                  <a:pt x="0" y="0"/>
                </a:cubicBezTo>
                <a:close/>
              </a:path>
            </a:pathLst>
          </a:custGeom>
          <a:noFill/>
          <a:ln w="12700">
            <a:solidFill>
              <a:schemeClr val="accent1"/>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rtlCol="0">
            <a:spAutoFit/>
          </a:bodyPr>
          <a:lstStyle/>
          <a:p>
            <a:r>
              <a:rPr lang="it-IT" dirty="0">
                <a:latin typeface="DM Sans" pitchFamily="2" charset="0"/>
              </a:rPr>
              <a:t>Basati sulla probabilità</a:t>
            </a:r>
          </a:p>
        </p:txBody>
      </p:sp>
      <p:sp>
        <p:nvSpPr>
          <p:cNvPr id="4" name="Parentesi graffa chiusa 3">
            <a:extLst>
              <a:ext uri="{FF2B5EF4-FFF2-40B4-BE49-F238E27FC236}">
                <a16:creationId xmlns:a16="http://schemas.microsoft.com/office/drawing/2014/main" id="{B84AA9B7-AD15-8AC0-59F6-ADCEA4CCC565}"/>
              </a:ext>
            </a:extLst>
          </p:cNvPr>
          <p:cNvSpPr/>
          <p:nvPr/>
        </p:nvSpPr>
        <p:spPr>
          <a:xfrm>
            <a:off x="1892751" y="4032625"/>
            <a:ext cx="248023" cy="453483"/>
          </a:xfrm>
          <a:prstGeom prst="rightBrace">
            <a:avLst>
              <a:gd name="adj1" fmla="val 15736"/>
              <a:gd name="adj2" fmla="val 50000"/>
            </a:avLst>
          </a:prstGeom>
          <a:ln w="12700">
            <a:solidFill>
              <a:schemeClr val="accent1">
                <a:shade val="95000"/>
                <a:satMod val="10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it-IT"/>
          </a:p>
        </p:txBody>
      </p:sp>
      <p:sp>
        <p:nvSpPr>
          <p:cNvPr id="5" name="Parentesi graffa chiusa 4">
            <a:extLst>
              <a:ext uri="{FF2B5EF4-FFF2-40B4-BE49-F238E27FC236}">
                <a16:creationId xmlns:a16="http://schemas.microsoft.com/office/drawing/2014/main" id="{63E5C871-3756-6023-1CCE-D552FAC20C38}"/>
              </a:ext>
            </a:extLst>
          </p:cNvPr>
          <p:cNvSpPr/>
          <p:nvPr/>
        </p:nvSpPr>
        <p:spPr>
          <a:xfrm>
            <a:off x="2364056" y="3277219"/>
            <a:ext cx="254285" cy="417553"/>
          </a:xfrm>
          <a:prstGeom prst="rightBrace">
            <a:avLst>
              <a:gd name="adj1" fmla="val 14739"/>
              <a:gd name="adj2" fmla="val 50000"/>
            </a:avLst>
          </a:prstGeom>
          <a:ln w="12700">
            <a:solidFill>
              <a:schemeClr val="accent1">
                <a:shade val="95000"/>
                <a:satMod val="10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it-IT"/>
          </a:p>
        </p:txBody>
      </p:sp>
      <p:cxnSp>
        <p:nvCxnSpPr>
          <p:cNvPr id="7" name="Connettore diritto 6">
            <a:extLst>
              <a:ext uri="{FF2B5EF4-FFF2-40B4-BE49-F238E27FC236}">
                <a16:creationId xmlns:a16="http://schemas.microsoft.com/office/drawing/2014/main" id="{96B472C0-6F11-5D8A-58E6-1B180D97044C}"/>
              </a:ext>
            </a:extLst>
          </p:cNvPr>
          <p:cNvCxnSpPr>
            <a:stCxn id="5" idx="1"/>
            <a:endCxn id="2" idx="1"/>
          </p:cNvCxnSpPr>
          <p:nvPr/>
        </p:nvCxnSpPr>
        <p:spPr>
          <a:xfrm flipV="1">
            <a:off x="2618341" y="3485995"/>
            <a:ext cx="310258" cy="1"/>
          </a:xfrm>
          <a:prstGeom prst="line">
            <a:avLst/>
          </a:prstGeom>
          <a:ln w="12700">
            <a:solidFill>
              <a:schemeClr val="accent1">
                <a:shade val="95000"/>
                <a:satMod val="105000"/>
              </a:schemeClr>
            </a:solidFill>
          </a:ln>
        </p:spPr>
        <p:style>
          <a:lnRef idx="1">
            <a:schemeClr val="accent1"/>
          </a:lnRef>
          <a:fillRef idx="0">
            <a:schemeClr val="accent1"/>
          </a:fillRef>
          <a:effectRef idx="0">
            <a:schemeClr val="accent1"/>
          </a:effectRef>
          <a:fontRef idx="minor">
            <a:schemeClr val="tx1"/>
          </a:fontRef>
        </p:style>
      </p:cxnSp>
      <p:cxnSp>
        <p:nvCxnSpPr>
          <p:cNvPr id="9" name="Connettore diritto 8">
            <a:extLst>
              <a:ext uri="{FF2B5EF4-FFF2-40B4-BE49-F238E27FC236}">
                <a16:creationId xmlns:a16="http://schemas.microsoft.com/office/drawing/2014/main" id="{4FA31B20-1899-F39B-86C3-68F4F99EEBA6}"/>
              </a:ext>
            </a:extLst>
          </p:cNvPr>
          <p:cNvCxnSpPr>
            <a:cxnSpLocks/>
            <a:stCxn id="4" idx="1"/>
          </p:cNvCxnSpPr>
          <p:nvPr/>
        </p:nvCxnSpPr>
        <p:spPr>
          <a:xfrm flipV="1">
            <a:off x="2140774" y="4251932"/>
            <a:ext cx="384686" cy="7435"/>
          </a:xfrm>
          <a:prstGeom prst="line">
            <a:avLst/>
          </a:prstGeom>
          <a:ln w="12700">
            <a:solidFill>
              <a:schemeClr val="accent1">
                <a:shade val="95000"/>
                <a:satMod val="10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06384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73">
          <a:extLst>
            <a:ext uri="{FF2B5EF4-FFF2-40B4-BE49-F238E27FC236}">
              <a16:creationId xmlns:a16="http://schemas.microsoft.com/office/drawing/2014/main" id="{F72FFFF9-4B84-C500-F602-F56965A4C94C}"/>
            </a:ext>
          </a:extLst>
        </p:cNvPr>
        <p:cNvGrpSpPr/>
        <p:nvPr/>
      </p:nvGrpSpPr>
      <p:grpSpPr>
        <a:xfrm>
          <a:off x="0" y="0"/>
          <a:ext cx="0" cy="0"/>
          <a:chOff x="0" y="0"/>
          <a:chExt cx="0" cy="0"/>
        </a:xfrm>
      </p:grpSpPr>
      <p:sp>
        <p:nvSpPr>
          <p:cNvPr id="874" name="Google Shape;874;p58">
            <a:extLst>
              <a:ext uri="{FF2B5EF4-FFF2-40B4-BE49-F238E27FC236}">
                <a16:creationId xmlns:a16="http://schemas.microsoft.com/office/drawing/2014/main" id="{C82FDD1B-CDB8-D850-419C-FFAA2DF300CF}"/>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t-IT" dirty="0"/>
              <a:t>Dimensionality reduction</a:t>
            </a:r>
            <a:endParaRPr dirty="0"/>
          </a:p>
        </p:txBody>
      </p:sp>
      <p:sp>
        <p:nvSpPr>
          <p:cNvPr id="2" name="Google Shape;463;p42">
            <a:extLst>
              <a:ext uri="{FF2B5EF4-FFF2-40B4-BE49-F238E27FC236}">
                <a16:creationId xmlns:a16="http://schemas.microsoft.com/office/drawing/2014/main" id="{C6FC0940-8E58-E595-BE88-B7CB41012EC6}"/>
              </a:ext>
            </a:extLst>
          </p:cNvPr>
          <p:cNvSpPr txBox="1">
            <a:spLocks/>
          </p:cNvSpPr>
          <p:nvPr/>
        </p:nvSpPr>
        <p:spPr>
          <a:xfrm>
            <a:off x="719914" y="1107644"/>
            <a:ext cx="7704000" cy="247137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39700">
              <a:spcBef>
                <a:spcPts val="1000"/>
              </a:spcBef>
              <a:buSzPts val="1400"/>
            </a:pPr>
            <a:r>
              <a:rPr lang="it-IT" dirty="0"/>
              <a:t>Come primo approccio il dataset è stato ridotto a </a:t>
            </a:r>
            <a:r>
              <a:rPr lang="it-IT" u="sng" dirty="0"/>
              <a:t>2 dimensioni </a:t>
            </a:r>
            <a:r>
              <a:rPr lang="it-IT" dirty="0"/>
              <a:t>in modo da poter fare un analisi visuale preliminare.</a:t>
            </a:r>
          </a:p>
          <a:p>
            <a:pPr marL="425450" indent="-285750">
              <a:spcBef>
                <a:spcPts val="1000"/>
              </a:spcBef>
              <a:buSzPts val="1400"/>
              <a:buFont typeface="Arial" panose="020B0604020202020204" pitchFamily="34" charset="0"/>
              <a:buChar char="•"/>
            </a:pPr>
            <a:r>
              <a:rPr lang="it-IT" dirty="0"/>
              <a:t>Con la </a:t>
            </a:r>
            <a:r>
              <a:rPr lang="it-IT" b="1" dirty="0"/>
              <a:t>PCA</a:t>
            </a:r>
            <a:r>
              <a:rPr lang="it-IT" dirty="0"/>
              <a:t> le prime 2 dimensioni spiegano solo lo 0.1% di varianza. Come risultato si ottiene un’unica nube di istanze.</a:t>
            </a:r>
          </a:p>
          <a:p>
            <a:pPr marL="425450" indent="-285750">
              <a:spcBef>
                <a:spcPts val="1000"/>
              </a:spcBef>
              <a:buSzPts val="1400"/>
              <a:buFont typeface="Arial" panose="020B0604020202020204" pitchFamily="34" charset="0"/>
              <a:buChar char="•"/>
            </a:pPr>
            <a:r>
              <a:rPr lang="it-IT" dirty="0"/>
              <a:t>Nella </a:t>
            </a:r>
            <a:r>
              <a:rPr lang="it-IT" b="1" dirty="0"/>
              <a:t>Kernel PCA</a:t>
            </a:r>
            <a:r>
              <a:rPr lang="it-IT" dirty="0"/>
              <a:t> sono state fatte varie prove, la configurazione migliore è stata raggiunta con un kernel </a:t>
            </a:r>
            <a:r>
              <a:rPr lang="it-IT" i="1" dirty="0"/>
              <a:t>rbf</a:t>
            </a:r>
            <a:r>
              <a:rPr lang="it-IT" dirty="0"/>
              <a:t>. Visualmente le istanze si raggruppano tutte in un punto del piano, a parte poche altre (17+7 in tutto) le quali si distribuiscono in altri 2 gruppi.</a:t>
            </a:r>
          </a:p>
          <a:p>
            <a:pPr marL="425450" indent="-285750">
              <a:spcBef>
                <a:spcPts val="1000"/>
              </a:spcBef>
              <a:buSzPts val="1400"/>
              <a:buFont typeface="Arial" panose="020B0604020202020204" pitchFamily="34" charset="0"/>
              <a:buChar char="•"/>
            </a:pPr>
            <a:r>
              <a:rPr lang="it-IT" dirty="0"/>
              <a:t>L’unica disposizione in 2 raggruppamenti si intravede con il metodo </a:t>
            </a:r>
            <a:r>
              <a:rPr lang="it-IT" b="1" dirty="0"/>
              <a:t>UMAP</a:t>
            </a:r>
            <a:r>
              <a:rPr lang="it-IT" dirty="0"/>
              <a:t>.</a:t>
            </a:r>
          </a:p>
          <a:p>
            <a:pPr marL="139700">
              <a:spcBef>
                <a:spcPts val="1000"/>
              </a:spcBef>
              <a:buSzPts val="1400"/>
            </a:pPr>
            <a:endParaRPr lang="it-IT" dirty="0"/>
          </a:p>
          <a:p>
            <a:pPr marL="425450" indent="-285750">
              <a:spcBef>
                <a:spcPts val="1000"/>
              </a:spcBef>
              <a:buSzPts val="1400"/>
              <a:buFont typeface="Arial" panose="020B0604020202020204" pitchFamily="34" charset="0"/>
              <a:buChar char="•"/>
            </a:pPr>
            <a:endParaRPr lang="it-IT" i="1" dirty="0"/>
          </a:p>
          <a:p>
            <a:pPr marL="139700">
              <a:spcBef>
                <a:spcPts val="1000"/>
              </a:spcBef>
              <a:buSzPts val="1400"/>
            </a:pPr>
            <a:endParaRPr lang="it-IT" dirty="0"/>
          </a:p>
          <a:p>
            <a:pPr marL="139700">
              <a:spcBef>
                <a:spcPts val="1000"/>
              </a:spcBef>
              <a:buSzPts val="1400"/>
            </a:pPr>
            <a:endParaRPr lang="it-IT" dirty="0"/>
          </a:p>
        </p:txBody>
      </p:sp>
    </p:spTree>
    <p:extLst>
      <p:ext uri="{BB962C8B-B14F-4D97-AF65-F5344CB8AC3E}">
        <p14:creationId xmlns:p14="http://schemas.microsoft.com/office/powerpoint/2010/main" val="490040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73">
          <a:extLst>
            <a:ext uri="{FF2B5EF4-FFF2-40B4-BE49-F238E27FC236}">
              <a16:creationId xmlns:a16="http://schemas.microsoft.com/office/drawing/2014/main" id="{1F33635A-6D54-AFE5-38B6-F88201AE44AE}"/>
            </a:ext>
          </a:extLst>
        </p:cNvPr>
        <p:cNvGrpSpPr/>
        <p:nvPr/>
      </p:nvGrpSpPr>
      <p:grpSpPr>
        <a:xfrm>
          <a:off x="0" y="0"/>
          <a:ext cx="0" cy="0"/>
          <a:chOff x="0" y="0"/>
          <a:chExt cx="0" cy="0"/>
        </a:xfrm>
      </p:grpSpPr>
      <p:pic>
        <p:nvPicPr>
          <p:cNvPr id="5" name="Immagine 4" descr="Immagine che contiene testo, schermata, schermo, numero&#10;&#10;Descrizione generata automaticamente">
            <a:extLst>
              <a:ext uri="{FF2B5EF4-FFF2-40B4-BE49-F238E27FC236}">
                <a16:creationId xmlns:a16="http://schemas.microsoft.com/office/drawing/2014/main" id="{93AB911D-C74B-4AEC-95E6-6D67ADBB871C}"/>
              </a:ext>
            </a:extLst>
          </p:cNvPr>
          <p:cNvPicPr>
            <a:picLocks noChangeAspect="1"/>
          </p:cNvPicPr>
          <p:nvPr/>
        </p:nvPicPr>
        <p:blipFill>
          <a:blip r:embed="rId3"/>
          <a:stretch>
            <a:fillRect/>
          </a:stretch>
        </p:blipFill>
        <p:spPr>
          <a:xfrm>
            <a:off x="1479081" y="2594254"/>
            <a:ext cx="3090646" cy="2413698"/>
          </a:xfrm>
          <a:prstGeom prst="rect">
            <a:avLst/>
          </a:prstGeom>
        </p:spPr>
      </p:pic>
      <p:pic>
        <p:nvPicPr>
          <p:cNvPr id="7" name="Immagine 6" descr="Immagine che contiene schermata, Policromia&#10;&#10;Descrizione generata automaticamente">
            <a:extLst>
              <a:ext uri="{FF2B5EF4-FFF2-40B4-BE49-F238E27FC236}">
                <a16:creationId xmlns:a16="http://schemas.microsoft.com/office/drawing/2014/main" id="{A9F6A2FF-B21A-146C-DA73-37E64370344F}"/>
              </a:ext>
            </a:extLst>
          </p:cNvPr>
          <p:cNvPicPr>
            <a:picLocks noChangeAspect="1"/>
          </p:cNvPicPr>
          <p:nvPr/>
        </p:nvPicPr>
        <p:blipFill>
          <a:blip r:embed="rId4"/>
          <a:stretch>
            <a:fillRect/>
          </a:stretch>
        </p:blipFill>
        <p:spPr>
          <a:xfrm>
            <a:off x="464344" y="135548"/>
            <a:ext cx="3086100" cy="2458706"/>
          </a:xfrm>
          <a:prstGeom prst="rect">
            <a:avLst/>
          </a:prstGeom>
        </p:spPr>
      </p:pic>
      <p:pic>
        <p:nvPicPr>
          <p:cNvPr id="9" name="Immagine 8" descr="Immagine che contiene schermata, testo, Policromia, diagramma&#10;&#10;Descrizione generata automaticamente">
            <a:extLst>
              <a:ext uri="{FF2B5EF4-FFF2-40B4-BE49-F238E27FC236}">
                <a16:creationId xmlns:a16="http://schemas.microsoft.com/office/drawing/2014/main" id="{1D3B104A-803E-5258-7741-9E2BD9B1F8D1}"/>
              </a:ext>
            </a:extLst>
          </p:cNvPr>
          <p:cNvPicPr>
            <a:picLocks noChangeAspect="1"/>
          </p:cNvPicPr>
          <p:nvPr/>
        </p:nvPicPr>
        <p:blipFill>
          <a:blip r:embed="rId5"/>
          <a:stretch>
            <a:fillRect/>
          </a:stretch>
        </p:blipFill>
        <p:spPr>
          <a:xfrm>
            <a:off x="4572000" y="122424"/>
            <a:ext cx="3086099" cy="2423200"/>
          </a:xfrm>
          <a:prstGeom prst="rect">
            <a:avLst/>
          </a:prstGeom>
        </p:spPr>
      </p:pic>
      <p:pic>
        <p:nvPicPr>
          <p:cNvPr id="11" name="Immagine 10" descr="Immagine che contiene testo, schermata, diagramma&#10;&#10;Descrizione generata automaticamente">
            <a:extLst>
              <a:ext uri="{FF2B5EF4-FFF2-40B4-BE49-F238E27FC236}">
                <a16:creationId xmlns:a16="http://schemas.microsoft.com/office/drawing/2014/main" id="{E7C59A50-6541-015A-40C6-95FC43771005}"/>
              </a:ext>
            </a:extLst>
          </p:cNvPr>
          <p:cNvPicPr>
            <a:picLocks noChangeAspect="1"/>
          </p:cNvPicPr>
          <p:nvPr/>
        </p:nvPicPr>
        <p:blipFill>
          <a:blip r:embed="rId6"/>
          <a:stretch>
            <a:fillRect/>
          </a:stretch>
        </p:blipFill>
        <p:spPr>
          <a:xfrm>
            <a:off x="5589010" y="2545624"/>
            <a:ext cx="3090645" cy="2462328"/>
          </a:xfrm>
          <a:prstGeom prst="rect">
            <a:avLst/>
          </a:prstGeom>
        </p:spPr>
      </p:pic>
    </p:spTree>
    <p:extLst>
      <p:ext uri="{BB962C8B-B14F-4D97-AF65-F5344CB8AC3E}">
        <p14:creationId xmlns:p14="http://schemas.microsoft.com/office/powerpoint/2010/main" val="3048260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28">
          <a:extLst>
            <a:ext uri="{FF2B5EF4-FFF2-40B4-BE49-F238E27FC236}">
              <a16:creationId xmlns:a16="http://schemas.microsoft.com/office/drawing/2014/main" id="{09EAD0CA-2697-C910-FBD5-7F84F534554D}"/>
            </a:ext>
          </a:extLst>
        </p:cNvPr>
        <p:cNvGrpSpPr/>
        <p:nvPr/>
      </p:nvGrpSpPr>
      <p:grpSpPr>
        <a:xfrm>
          <a:off x="0" y="0"/>
          <a:ext cx="0" cy="0"/>
          <a:chOff x="0" y="0"/>
          <a:chExt cx="0" cy="0"/>
        </a:xfrm>
      </p:grpSpPr>
      <p:sp>
        <p:nvSpPr>
          <p:cNvPr id="429" name="Google Shape;429;p40">
            <a:extLst>
              <a:ext uri="{FF2B5EF4-FFF2-40B4-BE49-F238E27FC236}">
                <a16:creationId xmlns:a16="http://schemas.microsoft.com/office/drawing/2014/main" id="{643BC1B6-4381-ABC9-7F3E-D27F919C0CE1}"/>
              </a:ext>
            </a:extLst>
          </p:cNvPr>
          <p:cNvSpPr txBox="1">
            <a:spLocks noGrp="1"/>
          </p:cNvSpPr>
          <p:nvPr>
            <p:ph type="title"/>
          </p:nvPr>
        </p:nvSpPr>
        <p:spPr>
          <a:xfrm>
            <a:off x="713224" y="2384249"/>
            <a:ext cx="4751717" cy="915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it-IT" dirty="0"/>
              <a:t>Clustering</a:t>
            </a:r>
            <a:endParaRPr dirty="0"/>
          </a:p>
        </p:txBody>
      </p:sp>
      <p:sp>
        <p:nvSpPr>
          <p:cNvPr id="430" name="Google Shape;430;p40">
            <a:extLst>
              <a:ext uri="{FF2B5EF4-FFF2-40B4-BE49-F238E27FC236}">
                <a16:creationId xmlns:a16="http://schemas.microsoft.com/office/drawing/2014/main" id="{B5FA03EA-D512-3F01-0CA7-A2BED1088AB5}"/>
              </a:ext>
            </a:extLst>
          </p:cNvPr>
          <p:cNvSpPr txBox="1">
            <a:spLocks noGrp="1"/>
          </p:cNvSpPr>
          <p:nvPr>
            <p:ph type="title" idx="2"/>
          </p:nvPr>
        </p:nvSpPr>
        <p:spPr>
          <a:xfrm>
            <a:off x="713225" y="1468350"/>
            <a:ext cx="1264200" cy="91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03</a:t>
            </a:r>
            <a:endParaRPr dirty="0"/>
          </a:p>
        </p:txBody>
      </p:sp>
      <p:grpSp>
        <p:nvGrpSpPr>
          <p:cNvPr id="432" name="Google Shape;432;p40">
            <a:extLst>
              <a:ext uri="{FF2B5EF4-FFF2-40B4-BE49-F238E27FC236}">
                <a16:creationId xmlns:a16="http://schemas.microsoft.com/office/drawing/2014/main" id="{159A78E1-3307-B80E-28BE-8F388A97E2F3}"/>
              </a:ext>
            </a:extLst>
          </p:cNvPr>
          <p:cNvGrpSpPr/>
          <p:nvPr/>
        </p:nvGrpSpPr>
        <p:grpSpPr>
          <a:xfrm>
            <a:off x="5104880" y="-153372"/>
            <a:ext cx="4218588" cy="6000577"/>
            <a:chOff x="5104880" y="-153372"/>
            <a:chExt cx="4218588" cy="6000577"/>
          </a:xfrm>
        </p:grpSpPr>
        <p:sp>
          <p:nvSpPr>
            <p:cNvPr id="433" name="Google Shape;433;p40">
              <a:extLst>
                <a:ext uri="{FF2B5EF4-FFF2-40B4-BE49-F238E27FC236}">
                  <a16:creationId xmlns:a16="http://schemas.microsoft.com/office/drawing/2014/main" id="{8444657B-4692-D555-C923-70A20F517EF3}"/>
                </a:ext>
              </a:extLst>
            </p:cNvPr>
            <p:cNvSpPr/>
            <p:nvPr/>
          </p:nvSpPr>
          <p:spPr>
            <a:xfrm>
              <a:off x="7074911" y="254737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40">
              <a:extLst>
                <a:ext uri="{FF2B5EF4-FFF2-40B4-BE49-F238E27FC236}">
                  <a16:creationId xmlns:a16="http://schemas.microsoft.com/office/drawing/2014/main" id="{31E952BA-ECC9-6AB5-792C-7A4360867B5B}"/>
                </a:ext>
              </a:extLst>
            </p:cNvPr>
            <p:cNvSpPr/>
            <p:nvPr/>
          </p:nvSpPr>
          <p:spPr>
            <a:xfrm>
              <a:off x="7026089" y="-1533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40">
              <a:extLst>
                <a:ext uri="{FF2B5EF4-FFF2-40B4-BE49-F238E27FC236}">
                  <a16:creationId xmlns:a16="http://schemas.microsoft.com/office/drawing/2014/main" id="{DAB46210-DFD9-EDCA-ABEF-4197F431100B}"/>
                </a:ext>
              </a:extLst>
            </p:cNvPr>
            <p:cNvSpPr/>
            <p:nvPr/>
          </p:nvSpPr>
          <p:spPr>
            <a:xfrm>
              <a:off x="6606684" y="31846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40">
              <a:extLst>
                <a:ext uri="{FF2B5EF4-FFF2-40B4-BE49-F238E27FC236}">
                  <a16:creationId xmlns:a16="http://schemas.microsoft.com/office/drawing/2014/main" id="{0E8B6517-0C1C-61D1-45A5-78A44728BE3B}"/>
                </a:ext>
              </a:extLst>
            </p:cNvPr>
            <p:cNvSpPr/>
            <p:nvPr/>
          </p:nvSpPr>
          <p:spPr>
            <a:xfrm>
              <a:off x="6138958" y="13708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40">
              <a:extLst>
                <a:ext uri="{FF2B5EF4-FFF2-40B4-BE49-F238E27FC236}">
                  <a16:creationId xmlns:a16="http://schemas.microsoft.com/office/drawing/2014/main" id="{020A6238-940D-CB9F-5D46-9D6851EE7AED}"/>
                </a:ext>
              </a:extLst>
            </p:cNvPr>
            <p:cNvSpPr/>
            <p:nvPr/>
          </p:nvSpPr>
          <p:spPr>
            <a:xfrm>
              <a:off x="5732458" y="87452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40">
              <a:extLst>
                <a:ext uri="{FF2B5EF4-FFF2-40B4-BE49-F238E27FC236}">
                  <a16:creationId xmlns:a16="http://schemas.microsoft.com/office/drawing/2014/main" id="{C312D9E3-E9FA-F7EA-A152-B3BC20467162}"/>
                </a:ext>
              </a:extLst>
            </p:cNvPr>
            <p:cNvSpPr/>
            <p:nvPr/>
          </p:nvSpPr>
          <p:spPr>
            <a:xfrm>
              <a:off x="7480889" y="98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40">
              <a:extLst>
                <a:ext uri="{FF2B5EF4-FFF2-40B4-BE49-F238E27FC236}">
                  <a16:creationId xmlns:a16="http://schemas.microsoft.com/office/drawing/2014/main" id="{903B14E2-4268-00CC-F69A-1012E2F7B9E6}"/>
                </a:ext>
              </a:extLst>
            </p:cNvPr>
            <p:cNvSpPr/>
            <p:nvPr/>
          </p:nvSpPr>
          <p:spPr>
            <a:xfrm>
              <a:off x="7074904" y="207505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40">
              <a:extLst>
                <a:ext uri="{FF2B5EF4-FFF2-40B4-BE49-F238E27FC236}">
                  <a16:creationId xmlns:a16="http://schemas.microsoft.com/office/drawing/2014/main" id="{1F2031E9-449D-B035-D052-42D739F56D70}"/>
                </a:ext>
              </a:extLst>
            </p:cNvPr>
            <p:cNvSpPr/>
            <p:nvPr/>
          </p:nvSpPr>
          <p:spPr>
            <a:xfrm>
              <a:off x="7962441" y="140407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40">
              <a:extLst>
                <a:ext uri="{FF2B5EF4-FFF2-40B4-BE49-F238E27FC236}">
                  <a16:creationId xmlns:a16="http://schemas.microsoft.com/office/drawing/2014/main" id="{921BB283-A09A-C6E0-1CFB-C327D5EAE8AF}"/>
                </a:ext>
              </a:extLst>
            </p:cNvPr>
            <p:cNvSpPr/>
            <p:nvPr/>
          </p:nvSpPr>
          <p:spPr>
            <a:xfrm rot="10800000" flipH="1">
              <a:off x="6036087" y="312497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40">
              <a:extLst>
                <a:ext uri="{FF2B5EF4-FFF2-40B4-BE49-F238E27FC236}">
                  <a16:creationId xmlns:a16="http://schemas.microsoft.com/office/drawing/2014/main" id="{0DAF09FE-7A5B-A31C-7658-ACADCC26EECD}"/>
                </a:ext>
              </a:extLst>
            </p:cNvPr>
            <p:cNvSpPr/>
            <p:nvPr/>
          </p:nvSpPr>
          <p:spPr>
            <a:xfrm rot="10800000" flipH="1">
              <a:off x="6355205" y="41020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40">
              <a:extLst>
                <a:ext uri="{FF2B5EF4-FFF2-40B4-BE49-F238E27FC236}">
                  <a16:creationId xmlns:a16="http://schemas.microsoft.com/office/drawing/2014/main" id="{DDAADA0B-8191-DE91-AC16-5C1D0D472916}"/>
                </a:ext>
              </a:extLst>
            </p:cNvPr>
            <p:cNvSpPr/>
            <p:nvPr/>
          </p:nvSpPr>
          <p:spPr>
            <a:xfrm rot="10800000" flipH="1">
              <a:off x="5732459" y="48790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40">
              <a:extLst>
                <a:ext uri="{FF2B5EF4-FFF2-40B4-BE49-F238E27FC236}">
                  <a16:creationId xmlns:a16="http://schemas.microsoft.com/office/drawing/2014/main" id="{174BFBD2-7A5D-7D6D-BF10-B73D6D33C02F}"/>
                </a:ext>
              </a:extLst>
            </p:cNvPr>
            <p:cNvSpPr/>
            <p:nvPr/>
          </p:nvSpPr>
          <p:spPr>
            <a:xfrm rot="10800000" flipH="1">
              <a:off x="6683197" y="351549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40">
              <a:extLst>
                <a:ext uri="{FF2B5EF4-FFF2-40B4-BE49-F238E27FC236}">
                  <a16:creationId xmlns:a16="http://schemas.microsoft.com/office/drawing/2014/main" id="{F6F330EC-96A3-1403-1BEA-B36EAA839D80}"/>
                </a:ext>
              </a:extLst>
            </p:cNvPr>
            <p:cNvSpPr/>
            <p:nvPr/>
          </p:nvSpPr>
          <p:spPr>
            <a:xfrm rot="10800000" flipH="1">
              <a:off x="5104880" y="443452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40">
              <a:extLst>
                <a:ext uri="{FF2B5EF4-FFF2-40B4-BE49-F238E27FC236}">
                  <a16:creationId xmlns:a16="http://schemas.microsoft.com/office/drawing/2014/main" id="{8B544994-06A1-ED06-F5CE-CF33CF9A5D37}"/>
                </a:ext>
              </a:extLst>
            </p:cNvPr>
            <p:cNvSpPr/>
            <p:nvPr/>
          </p:nvSpPr>
          <p:spPr>
            <a:xfrm>
              <a:off x="8484758" y="243811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40">
              <a:extLst>
                <a:ext uri="{FF2B5EF4-FFF2-40B4-BE49-F238E27FC236}">
                  <a16:creationId xmlns:a16="http://schemas.microsoft.com/office/drawing/2014/main" id="{8D963A5E-86CB-6738-315F-EC3AC47390AF}"/>
                </a:ext>
              </a:extLst>
            </p:cNvPr>
            <p:cNvSpPr/>
            <p:nvPr/>
          </p:nvSpPr>
          <p:spPr>
            <a:xfrm>
              <a:off x="8038260" y="29212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0">
              <a:extLst>
                <a:ext uri="{FF2B5EF4-FFF2-40B4-BE49-F238E27FC236}">
                  <a16:creationId xmlns:a16="http://schemas.microsoft.com/office/drawing/2014/main" id="{594ED274-89D3-A29E-89DB-696DC0FB75B8}"/>
                </a:ext>
              </a:extLst>
            </p:cNvPr>
            <p:cNvSpPr/>
            <p:nvPr/>
          </p:nvSpPr>
          <p:spPr>
            <a:xfrm rot="10800000" flipH="1">
              <a:off x="7853362" y="396220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0">
              <a:extLst>
                <a:ext uri="{FF2B5EF4-FFF2-40B4-BE49-F238E27FC236}">
                  <a16:creationId xmlns:a16="http://schemas.microsoft.com/office/drawing/2014/main" id="{68400B55-1ED8-7085-0AFE-06A77E5C4803}"/>
                </a:ext>
              </a:extLst>
            </p:cNvPr>
            <p:cNvSpPr/>
            <p:nvPr/>
          </p:nvSpPr>
          <p:spPr>
            <a:xfrm rot="10800000" flipH="1">
              <a:off x="8261505" y="443452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50" name="Google Shape;450;p40">
            <a:extLst>
              <a:ext uri="{FF2B5EF4-FFF2-40B4-BE49-F238E27FC236}">
                <a16:creationId xmlns:a16="http://schemas.microsoft.com/office/drawing/2014/main" id="{2C8D5FA5-A8BA-B45E-3A67-FFA9376FCE87}"/>
              </a:ext>
            </a:extLst>
          </p:cNvPr>
          <p:cNvCxnSpPr/>
          <p:nvPr/>
        </p:nvCxnSpPr>
        <p:spPr>
          <a:xfrm>
            <a:off x="841250" y="1385850"/>
            <a:ext cx="373500" cy="0"/>
          </a:xfrm>
          <a:prstGeom prst="straightConnector1">
            <a:avLst/>
          </a:prstGeom>
          <a:noFill/>
          <a:ln w="19050"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24692072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61">
          <a:extLst>
            <a:ext uri="{FF2B5EF4-FFF2-40B4-BE49-F238E27FC236}">
              <a16:creationId xmlns:a16="http://schemas.microsoft.com/office/drawing/2014/main" id="{829DBB0A-FDA2-B249-46FA-89CF88C21707}"/>
            </a:ext>
          </a:extLst>
        </p:cNvPr>
        <p:cNvGrpSpPr/>
        <p:nvPr/>
      </p:nvGrpSpPr>
      <p:grpSpPr>
        <a:xfrm>
          <a:off x="0" y="0"/>
          <a:ext cx="0" cy="0"/>
          <a:chOff x="0" y="0"/>
          <a:chExt cx="0" cy="0"/>
        </a:xfrm>
      </p:grpSpPr>
      <p:grpSp>
        <p:nvGrpSpPr>
          <p:cNvPr id="464" name="Google Shape;464;p42">
            <a:extLst>
              <a:ext uri="{FF2B5EF4-FFF2-40B4-BE49-F238E27FC236}">
                <a16:creationId xmlns:a16="http://schemas.microsoft.com/office/drawing/2014/main" id="{D3ED72B4-64BD-5ACD-8A27-04BC776C8554}"/>
              </a:ext>
            </a:extLst>
          </p:cNvPr>
          <p:cNvGrpSpPr/>
          <p:nvPr/>
        </p:nvGrpSpPr>
        <p:grpSpPr>
          <a:xfrm>
            <a:off x="5416642" y="-460659"/>
            <a:ext cx="4086563" cy="6064817"/>
            <a:chOff x="5430930" y="-445784"/>
            <a:chExt cx="4086563" cy="6064817"/>
          </a:xfrm>
        </p:grpSpPr>
        <p:sp>
          <p:nvSpPr>
            <p:cNvPr id="465" name="Google Shape;465;p42">
              <a:extLst>
                <a:ext uri="{FF2B5EF4-FFF2-40B4-BE49-F238E27FC236}">
                  <a16:creationId xmlns:a16="http://schemas.microsoft.com/office/drawing/2014/main" id="{90D6F454-4E4F-0C09-1C52-EAFB8648D080}"/>
                </a:ext>
              </a:extLst>
            </p:cNvPr>
            <p:cNvSpPr/>
            <p:nvPr/>
          </p:nvSpPr>
          <p:spPr>
            <a:xfrm>
              <a:off x="7368520" y="98876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42">
              <a:extLst>
                <a:ext uri="{FF2B5EF4-FFF2-40B4-BE49-F238E27FC236}">
                  <a16:creationId xmlns:a16="http://schemas.microsoft.com/office/drawing/2014/main" id="{EDA83A87-389F-5015-A32E-AB0CE8A5ED7D}"/>
                </a:ext>
              </a:extLst>
            </p:cNvPr>
            <p:cNvSpPr/>
            <p:nvPr/>
          </p:nvSpPr>
          <p:spPr>
            <a:xfrm rot="10800000" flipH="1">
              <a:off x="6036409" y="19621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42">
              <a:extLst>
                <a:ext uri="{FF2B5EF4-FFF2-40B4-BE49-F238E27FC236}">
                  <a16:creationId xmlns:a16="http://schemas.microsoft.com/office/drawing/2014/main" id="{2CAFB2B5-985A-4BDF-4C27-7916E0A5F34C}"/>
                </a:ext>
              </a:extLst>
            </p:cNvPr>
            <p:cNvSpPr/>
            <p:nvPr/>
          </p:nvSpPr>
          <p:spPr>
            <a:xfrm>
              <a:off x="7309474" y="21661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42">
              <a:extLst>
                <a:ext uri="{FF2B5EF4-FFF2-40B4-BE49-F238E27FC236}">
                  <a16:creationId xmlns:a16="http://schemas.microsoft.com/office/drawing/2014/main" id="{2FE11CFB-50D6-6A0C-AF4F-D3AD0302FE7C}"/>
                </a:ext>
              </a:extLst>
            </p:cNvPr>
            <p:cNvSpPr/>
            <p:nvPr/>
          </p:nvSpPr>
          <p:spPr>
            <a:xfrm>
              <a:off x="6269702" y="-4457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42">
              <a:extLst>
                <a:ext uri="{FF2B5EF4-FFF2-40B4-BE49-F238E27FC236}">
                  <a16:creationId xmlns:a16="http://schemas.microsoft.com/office/drawing/2014/main" id="{C114928E-3281-26C6-023E-5CC3455FCE7D}"/>
                </a:ext>
              </a:extLst>
            </p:cNvPr>
            <p:cNvSpPr/>
            <p:nvPr/>
          </p:nvSpPr>
          <p:spPr>
            <a:xfrm>
              <a:off x="5830483" y="42158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42">
              <a:extLst>
                <a:ext uri="{FF2B5EF4-FFF2-40B4-BE49-F238E27FC236}">
                  <a16:creationId xmlns:a16="http://schemas.microsoft.com/office/drawing/2014/main" id="{824CA871-7F15-242F-26C7-4DFDF2755B3E}"/>
                </a:ext>
              </a:extLst>
            </p:cNvPr>
            <p:cNvSpPr/>
            <p:nvPr/>
          </p:nvSpPr>
          <p:spPr>
            <a:xfrm>
              <a:off x="6269683" y="133254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42">
              <a:extLst>
                <a:ext uri="{FF2B5EF4-FFF2-40B4-BE49-F238E27FC236}">
                  <a16:creationId xmlns:a16="http://schemas.microsoft.com/office/drawing/2014/main" id="{880F58C7-36D6-D42C-09C2-07F9B99D0564}"/>
                </a:ext>
              </a:extLst>
            </p:cNvPr>
            <p:cNvSpPr/>
            <p:nvPr/>
          </p:nvSpPr>
          <p:spPr>
            <a:xfrm>
              <a:off x="8430764" y="23422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42">
              <a:extLst>
                <a:ext uri="{FF2B5EF4-FFF2-40B4-BE49-F238E27FC236}">
                  <a16:creationId xmlns:a16="http://schemas.microsoft.com/office/drawing/2014/main" id="{C9C226FF-CEBE-E513-70EA-B3FFC122D5C6}"/>
                </a:ext>
              </a:extLst>
            </p:cNvPr>
            <p:cNvSpPr/>
            <p:nvPr/>
          </p:nvSpPr>
          <p:spPr>
            <a:xfrm>
              <a:off x="7309467" y="261820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42">
              <a:extLst>
                <a:ext uri="{FF2B5EF4-FFF2-40B4-BE49-F238E27FC236}">
                  <a16:creationId xmlns:a16="http://schemas.microsoft.com/office/drawing/2014/main" id="{58624FC8-AF36-D8A5-A939-AFF45222A201}"/>
                </a:ext>
              </a:extLst>
            </p:cNvPr>
            <p:cNvSpPr/>
            <p:nvPr/>
          </p:nvSpPr>
          <p:spPr>
            <a:xfrm>
              <a:off x="7962441" y="131801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42">
              <a:extLst>
                <a:ext uri="{FF2B5EF4-FFF2-40B4-BE49-F238E27FC236}">
                  <a16:creationId xmlns:a16="http://schemas.microsoft.com/office/drawing/2014/main" id="{1AA7D9AD-0D3B-468D-2BCA-6264F221E34E}"/>
                </a:ext>
              </a:extLst>
            </p:cNvPr>
            <p:cNvSpPr/>
            <p:nvPr/>
          </p:nvSpPr>
          <p:spPr>
            <a:xfrm rot="10800000" flipH="1">
              <a:off x="6351880" y="311086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42">
              <a:extLst>
                <a:ext uri="{FF2B5EF4-FFF2-40B4-BE49-F238E27FC236}">
                  <a16:creationId xmlns:a16="http://schemas.microsoft.com/office/drawing/2014/main" id="{06C4828D-C81A-2132-6D35-120FA3F994F8}"/>
                </a:ext>
              </a:extLst>
            </p:cNvPr>
            <p:cNvSpPr/>
            <p:nvPr/>
          </p:nvSpPr>
          <p:spPr>
            <a:xfrm rot="10800000" flipH="1">
              <a:off x="6790284" y="354856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42">
              <a:extLst>
                <a:ext uri="{FF2B5EF4-FFF2-40B4-BE49-F238E27FC236}">
                  <a16:creationId xmlns:a16="http://schemas.microsoft.com/office/drawing/2014/main" id="{AD25C73D-F602-3DFB-375B-BAB8AF545F48}"/>
                </a:ext>
              </a:extLst>
            </p:cNvPr>
            <p:cNvSpPr/>
            <p:nvPr/>
          </p:nvSpPr>
          <p:spPr>
            <a:xfrm rot="10800000" flipH="1">
              <a:off x="5430930" y="465091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42">
              <a:extLst>
                <a:ext uri="{FF2B5EF4-FFF2-40B4-BE49-F238E27FC236}">
                  <a16:creationId xmlns:a16="http://schemas.microsoft.com/office/drawing/2014/main" id="{9DFD10B9-4D7E-A511-8FFF-63A6FBFC7C72}"/>
                </a:ext>
              </a:extLst>
            </p:cNvPr>
            <p:cNvSpPr/>
            <p:nvPr/>
          </p:nvSpPr>
          <p:spPr>
            <a:xfrm>
              <a:off x="8678783" y="266882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42">
              <a:extLst>
                <a:ext uri="{FF2B5EF4-FFF2-40B4-BE49-F238E27FC236}">
                  <a16:creationId xmlns:a16="http://schemas.microsoft.com/office/drawing/2014/main" id="{2C66AFFA-8BFE-6B44-4BD1-F55158035D08}"/>
                </a:ext>
              </a:extLst>
            </p:cNvPr>
            <p:cNvSpPr/>
            <p:nvPr/>
          </p:nvSpPr>
          <p:spPr>
            <a:xfrm>
              <a:off x="8430773" y="22359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42">
              <a:extLst>
                <a:ext uri="{FF2B5EF4-FFF2-40B4-BE49-F238E27FC236}">
                  <a16:creationId xmlns:a16="http://schemas.microsoft.com/office/drawing/2014/main" id="{611061F6-00B2-5D45-6970-5B4BCDDE8E94}"/>
                </a:ext>
              </a:extLst>
            </p:cNvPr>
            <p:cNvSpPr/>
            <p:nvPr/>
          </p:nvSpPr>
          <p:spPr>
            <a:xfrm rot="10800000" flipH="1">
              <a:off x="8119787" y="363695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42">
              <a:extLst>
                <a:ext uri="{FF2B5EF4-FFF2-40B4-BE49-F238E27FC236}">
                  <a16:creationId xmlns:a16="http://schemas.microsoft.com/office/drawing/2014/main" id="{1C5EF635-B0F3-DCE3-890D-B2F048310FAC}"/>
                </a:ext>
              </a:extLst>
            </p:cNvPr>
            <p:cNvSpPr/>
            <p:nvPr/>
          </p:nvSpPr>
          <p:spPr>
            <a:xfrm rot="10800000" flipH="1">
              <a:off x="7697255" y="411247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42">
              <a:extLst>
                <a:ext uri="{FF2B5EF4-FFF2-40B4-BE49-F238E27FC236}">
                  <a16:creationId xmlns:a16="http://schemas.microsoft.com/office/drawing/2014/main" id="{85EB090A-26BB-BEA6-AF89-41EAB54F6B98}"/>
                </a:ext>
              </a:extLst>
            </p:cNvPr>
            <p:cNvSpPr/>
            <p:nvPr/>
          </p:nvSpPr>
          <p:spPr>
            <a:xfrm>
              <a:off x="6628072" y="11249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42">
              <a:extLst>
                <a:ext uri="{FF2B5EF4-FFF2-40B4-BE49-F238E27FC236}">
                  <a16:creationId xmlns:a16="http://schemas.microsoft.com/office/drawing/2014/main" id="{64023710-A84E-57C8-DF3D-9922A5026174}"/>
                </a:ext>
              </a:extLst>
            </p:cNvPr>
            <p:cNvSpPr/>
            <p:nvPr/>
          </p:nvSpPr>
          <p:spPr>
            <a:xfrm rot="10800000" flipH="1">
              <a:off x="7825159" y="-2514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2" name="Google Shape;462;p42">
            <a:extLst>
              <a:ext uri="{FF2B5EF4-FFF2-40B4-BE49-F238E27FC236}">
                <a16:creationId xmlns:a16="http://schemas.microsoft.com/office/drawing/2014/main" id="{D20EB3E1-1979-F4EF-E202-D4322922732F}"/>
              </a:ext>
            </a:extLst>
          </p:cNvPr>
          <p:cNvSpPr txBox="1">
            <a:spLocks noGrp="1"/>
          </p:cNvSpPr>
          <p:nvPr>
            <p:ph type="title"/>
          </p:nvPr>
        </p:nvSpPr>
        <p:spPr>
          <a:xfrm>
            <a:off x="720000" y="445025"/>
            <a:ext cx="5549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IT" dirty="0">
                <a:latin typeface="Outfit" panose="020B0604020202020204" charset="0"/>
              </a:rPr>
              <a:t>Clustering Bidimensionale</a:t>
            </a:r>
            <a:endParaRPr dirty="0">
              <a:latin typeface="Outfit" panose="020B0604020202020204" charset="0"/>
            </a:endParaRPr>
          </a:p>
        </p:txBody>
      </p:sp>
      <p:sp>
        <p:nvSpPr>
          <p:cNvPr id="463" name="Google Shape;463;p42">
            <a:extLst>
              <a:ext uri="{FF2B5EF4-FFF2-40B4-BE49-F238E27FC236}">
                <a16:creationId xmlns:a16="http://schemas.microsoft.com/office/drawing/2014/main" id="{9861674B-D1A0-8432-F776-007145595547}"/>
              </a:ext>
            </a:extLst>
          </p:cNvPr>
          <p:cNvSpPr txBox="1">
            <a:spLocks noGrp="1"/>
          </p:cNvSpPr>
          <p:nvPr>
            <p:ph type="subTitle" idx="1"/>
          </p:nvPr>
        </p:nvSpPr>
        <p:spPr>
          <a:xfrm>
            <a:off x="725632" y="1264807"/>
            <a:ext cx="4294800" cy="3340267"/>
          </a:xfrm>
          <a:prstGeom prst="rect">
            <a:avLst/>
          </a:prstGeom>
        </p:spPr>
        <p:txBody>
          <a:bodyPr spcFirstLastPara="1" wrap="square" lIns="91425" tIns="91425" rIns="91425" bIns="91425" anchor="t" anchorCtr="0">
            <a:noAutofit/>
          </a:bodyPr>
          <a:lstStyle/>
          <a:p>
            <a:pPr marL="139700" indent="0">
              <a:spcBef>
                <a:spcPts val="1000"/>
              </a:spcBef>
              <a:buSzPts val="1400"/>
              <a:buNone/>
            </a:pPr>
            <a:r>
              <a:rPr lang="it-IT" dirty="0"/>
              <a:t>Come metodi di clustering sono stati scelti:</a:t>
            </a:r>
          </a:p>
          <a:p>
            <a:pPr>
              <a:spcBef>
                <a:spcPts val="1000"/>
              </a:spcBef>
              <a:buSzPts val="1400"/>
            </a:pPr>
            <a:r>
              <a:rPr lang="it-IT" b="1" dirty="0"/>
              <a:t>K-</a:t>
            </a:r>
            <a:r>
              <a:rPr lang="it-IT" b="1" dirty="0" err="1"/>
              <a:t>means</a:t>
            </a:r>
            <a:r>
              <a:rPr lang="it-IT" dirty="0"/>
              <a:t> (con 2,3,4 cluster)</a:t>
            </a:r>
          </a:p>
          <a:p>
            <a:pPr>
              <a:spcBef>
                <a:spcPts val="1000"/>
              </a:spcBef>
              <a:buSzPts val="1400"/>
            </a:pPr>
            <a:r>
              <a:rPr lang="it-IT" b="1" dirty="0"/>
              <a:t>DBSCAN</a:t>
            </a:r>
          </a:p>
          <a:p>
            <a:pPr marL="139700" indent="0">
              <a:spcBef>
                <a:spcPts val="1000"/>
              </a:spcBef>
              <a:buSzPts val="1400"/>
              <a:buNone/>
            </a:pPr>
            <a:r>
              <a:rPr lang="it-IT" dirty="0"/>
              <a:t>Come criterio di valutazione è stato scelto il </a:t>
            </a:r>
            <a:r>
              <a:rPr lang="it-IT" b="1" dirty="0"/>
              <a:t>coefficiente di Silhouette</a:t>
            </a:r>
            <a:r>
              <a:rPr lang="it-IT" dirty="0"/>
              <a:t>.</a:t>
            </a:r>
          </a:p>
          <a:p>
            <a:pPr marL="139700" indent="0">
              <a:spcBef>
                <a:spcPts val="1000"/>
              </a:spcBef>
              <a:buSzPts val="1400"/>
              <a:buNone/>
            </a:pPr>
            <a:r>
              <a:rPr lang="it-IT" dirty="0"/>
              <a:t>Il K-</a:t>
            </a:r>
            <a:r>
              <a:rPr lang="it-IT" dirty="0" err="1"/>
              <a:t>means</a:t>
            </a:r>
            <a:r>
              <a:rPr lang="it-IT" dirty="0"/>
              <a:t> prevedibilmente non ha dato ottimi risultati in quanto non ci sono raggruppamenti marcati. Anche con UMAP si fa’ fatica a raggruppare i punti dei 2 cluster visibilmente distinguibili. </a:t>
            </a:r>
          </a:p>
        </p:txBody>
      </p:sp>
    </p:spTree>
    <p:extLst>
      <p:ext uri="{BB962C8B-B14F-4D97-AF65-F5344CB8AC3E}">
        <p14:creationId xmlns:p14="http://schemas.microsoft.com/office/powerpoint/2010/main" val="9673300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73">
          <a:extLst>
            <a:ext uri="{FF2B5EF4-FFF2-40B4-BE49-F238E27FC236}">
              <a16:creationId xmlns:a16="http://schemas.microsoft.com/office/drawing/2014/main" id="{50B3A826-1808-B2AF-6B98-0EE5D69AC256}"/>
            </a:ext>
          </a:extLst>
        </p:cNvPr>
        <p:cNvGrpSpPr/>
        <p:nvPr/>
      </p:nvGrpSpPr>
      <p:grpSpPr>
        <a:xfrm>
          <a:off x="0" y="0"/>
          <a:ext cx="0" cy="0"/>
          <a:chOff x="0" y="0"/>
          <a:chExt cx="0" cy="0"/>
        </a:xfrm>
      </p:grpSpPr>
      <p:pic>
        <p:nvPicPr>
          <p:cNvPr id="16" name="Immagine 15" descr="Immagine che contiene testo, schermata, diagramma, Policromia&#10;&#10;Descrizione generata automaticamente">
            <a:extLst>
              <a:ext uri="{FF2B5EF4-FFF2-40B4-BE49-F238E27FC236}">
                <a16:creationId xmlns:a16="http://schemas.microsoft.com/office/drawing/2014/main" id="{8E6382AF-9ECD-EBCA-FCE3-F77DDDF8118A}"/>
              </a:ext>
            </a:extLst>
          </p:cNvPr>
          <p:cNvPicPr>
            <a:picLocks noChangeAspect="1"/>
          </p:cNvPicPr>
          <p:nvPr/>
        </p:nvPicPr>
        <p:blipFill>
          <a:blip r:embed="rId3"/>
          <a:stretch>
            <a:fillRect/>
          </a:stretch>
        </p:blipFill>
        <p:spPr>
          <a:xfrm>
            <a:off x="227340" y="992986"/>
            <a:ext cx="8689317" cy="4071981"/>
          </a:xfrm>
          <a:prstGeom prst="rect">
            <a:avLst/>
          </a:prstGeom>
        </p:spPr>
      </p:pic>
      <p:pic>
        <p:nvPicPr>
          <p:cNvPr id="12" name="Immagine 11">
            <a:extLst>
              <a:ext uri="{FF2B5EF4-FFF2-40B4-BE49-F238E27FC236}">
                <a16:creationId xmlns:a16="http://schemas.microsoft.com/office/drawing/2014/main" id="{608A2373-6D3F-EFC0-9320-2691FB8FA0A1}"/>
              </a:ext>
            </a:extLst>
          </p:cNvPr>
          <p:cNvPicPr>
            <a:picLocks noChangeAspect="1"/>
          </p:cNvPicPr>
          <p:nvPr/>
        </p:nvPicPr>
        <p:blipFill>
          <a:blip r:embed="rId4"/>
          <a:stretch>
            <a:fillRect/>
          </a:stretch>
        </p:blipFill>
        <p:spPr>
          <a:xfrm>
            <a:off x="1499428" y="185692"/>
            <a:ext cx="6145144" cy="584848"/>
          </a:xfrm>
          <a:prstGeom prst="rect">
            <a:avLst/>
          </a:prstGeom>
        </p:spPr>
      </p:pic>
    </p:spTree>
    <p:extLst>
      <p:ext uri="{BB962C8B-B14F-4D97-AF65-F5344CB8AC3E}">
        <p14:creationId xmlns:p14="http://schemas.microsoft.com/office/powerpoint/2010/main" val="1265955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73">
          <a:extLst>
            <a:ext uri="{FF2B5EF4-FFF2-40B4-BE49-F238E27FC236}">
              <a16:creationId xmlns:a16="http://schemas.microsoft.com/office/drawing/2014/main" id="{BB9E98CE-CDA5-FB3F-BD27-C6777EC196A4}"/>
            </a:ext>
          </a:extLst>
        </p:cNvPr>
        <p:cNvGrpSpPr/>
        <p:nvPr/>
      </p:nvGrpSpPr>
      <p:grpSpPr>
        <a:xfrm>
          <a:off x="0" y="0"/>
          <a:ext cx="0" cy="0"/>
          <a:chOff x="0" y="0"/>
          <a:chExt cx="0" cy="0"/>
        </a:xfrm>
      </p:grpSpPr>
      <p:pic>
        <p:nvPicPr>
          <p:cNvPr id="6" name="Immagine 5" descr="Immagine che contiene testo, schermata, schermo, software&#10;&#10;Descrizione generata automaticamente">
            <a:extLst>
              <a:ext uri="{FF2B5EF4-FFF2-40B4-BE49-F238E27FC236}">
                <a16:creationId xmlns:a16="http://schemas.microsoft.com/office/drawing/2014/main" id="{C9B1DDEA-53B5-BD20-AC6B-3EA01CD65EDB}"/>
              </a:ext>
            </a:extLst>
          </p:cNvPr>
          <p:cNvPicPr>
            <a:picLocks noChangeAspect="1"/>
          </p:cNvPicPr>
          <p:nvPr/>
        </p:nvPicPr>
        <p:blipFill>
          <a:blip r:embed="rId3"/>
          <a:stretch>
            <a:fillRect/>
          </a:stretch>
        </p:blipFill>
        <p:spPr>
          <a:xfrm>
            <a:off x="197043" y="978698"/>
            <a:ext cx="8749914" cy="4071982"/>
          </a:xfrm>
          <a:prstGeom prst="rect">
            <a:avLst/>
          </a:prstGeom>
        </p:spPr>
      </p:pic>
      <p:pic>
        <p:nvPicPr>
          <p:cNvPr id="3" name="Immagine 2">
            <a:extLst>
              <a:ext uri="{FF2B5EF4-FFF2-40B4-BE49-F238E27FC236}">
                <a16:creationId xmlns:a16="http://schemas.microsoft.com/office/drawing/2014/main" id="{3072ACE7-E6E0-8BD6-6A4E-0EA183041C0B}"/>
              </a:ext>
            </a:extLst>
          </p:cNvPr>
          <p:cNvPicPr>
            <a:picLocks noChangeAspect="1"/>
          </p:cNvPicPr>
          <p:nvPr/>
        </p:nvPicPr>
        <p:blipFill>
          <a:blip r:embed="rId4"/>
          <a:stretch>
            <a:fillRect/>
          </a:stretch>
        </p:blipFill>
        <p:spPr>
          <a:xfrm>
            <a:off x="1261600" y="373841"/>
            <a:ext cx="6620799" cy="209579"/>
          </a:xfrm>
          <a:prstGeom prst="rect">
            <a:avLst/>
          </a:prstGeom>
        </p:spPr>
      </p:pic>
    </p:spTree>
    <p:extLst>
      <p:ext uri="{BB962C8B-B14F-4D97-AF65-F5344CB8AC3E}">
        <p14:creationId xmlns:p14="http://schemas.microsoft.com/office/powerpoint/2010/main" val="32229519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61">
          <a:extLst>
            <a:ext uri="{FF2B5EF4-FFF2-40B4-BE49-F238E27FC236}">
              <a16:creationId xmlns:a16="http://schemas.microsoft.com/office/drawing/2014/main" id="{3E10392B-4BAA-2D80-0152-02DD507029AF}"/>
            </a:ext>
          </a:extLst>
        </p:cNvPr>
        <p:cNvGrpSpPr/>
        <p:nvPr/>
      </p:nvGrpSpPr>
      <p:grpSpPr>
        <a:xfrm>
          <a:off x="0" y="0"/>
          <a:ext cx="0" cy="0"/>
          <a:chOff x="0" y="0"/>
          <a:chExt cx="0" cy="0"/>
        </a:xfrm>
      </p:grpSpPr>
      <p:sp>
        <p:nvSpPr>
          <p:cNvPr id="2" name="Rettangolo 1">
            <a:extLst>
              <a:ext uri="{FF2B5EF4-FFF2-40B4-BE49-F238E27FC236}">
                <a16:creationId xmlns:a16="http://schemas.microsoft.com/office/drawing/2014/main" id="{89AC5420-776A-5466-6B67-C9BC89D84B4E}"/>
              </a:ext>
            </a:extLst>
          </p:cNvPr>
          <p:cNvSpPr/>
          <p:nvPr/>
        </p:nvSpPr>
        <p:spPr>
          <a:xfrm>
            <a:off x="5349551" y="715345"/>
            <a:ext cx="3794655" cy="4173896"/>
          </a:xfrm>
          <a:prstGeom prst="rect">
            <a:avLst/>
          </a:prstGeom>
          <a:solidFill>
            <a:srgbClr val="68DAF8">
              <a:alpha val="0"/>
            </a:srgb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62" name="Google Shape;462;p42">
            <a:extLst>
              <a:ext uri="{FF2B5EF4-FFF2-40B4-BE49-F238E27FC236}">
                <a16:creationId xmlns:a16="http://schemas.microsoft.com/office/drawing/2014/main" id="{1FC358BD-DD75-7521-04C9-466F200A4B5F}"/>
              </a:ext>
            </a:extLst>
          </p:cNvPr>
          <p:cNvSpPr txBox="1">
            <a:spLocks noGrp="1"/>
          </p:cNvSpPr>
          <p:nvPr>
            <p:ph type="title"/>
          </p:nvPr>
        </p:nvSpPr>
        <p:spPr>
          <a:xfrm>
            <a:off x="306750" y="428995"/>
            <a:ext cx="4977844"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IT" dirty="0">
                <a:latin typeface="Outfit" panose="020B0604020202020204" charset="0"/>
              </a:rPr>
              <a:t>K-</a:t>
            </a:r>
            <a:r>
              <a:rPr lang="it-IT" dirty="0" err="1">
                <a:latin typeface="Outfit" panose="020B0604020202020204" charset="0"/>
              </a:rPr>
              <a:t>means</a:t>
            </a:r>
            <a:r>
              <a:rPr lang="it-IT" dirty="0">
                <a:latin typeface="Outfit" panose="020B0604020202020204" charset="0"/>
              </a:rPr>
              <a:t> su </a:t>
            </a:r>
            <a:r>
              <a:rPr lang="it-IT" dirty="0" err="1">
                <a:latin typeface="Outfit" panose="020B0604020202020204" charset="0"/>
              </a:rPr>
              <a:t>KernelPCA</a:t>
            </a:r>
            <a:endParaRPr dirty="0">
              <a:latin typeface="Outfit" panose="020B0604020202020204" charset="0"/>
            </a:endParaRPr>
          </a:p>
        </p:txBody>
      </p:sp>
      <p:sp>
        <p:nvSpPr>
          <p:cNvPr id="463" name="Google Shape;463;p42">
            <a:extLst>
              <a:ext uri="{FF2B5EF4-FFF2-40B4-BE49-F238E27FC236}">
                <a16:creationId xmlns:a16="http://schemas.microsoft.com/office/drawing/2014/main" id="{9465C683-97ED-A0E1-B544-CED789422668}"/>
              </a:ext>
            </a:extLst>
          </p:cNvPr>
          <p:cNvSpPr txBox="1">
            <a:spLocks noGrp="1"/>
          </p:cNvSpPr>
          <p:nvPr>
            <p:ph type="subTitle" idx="1"/>
          </p:nvPr>
        </p:nvSpPr>
        <p:spPr>
          <a:xfrm>
            <a:off x="725632" y="1264807"/>
            <a:ext cx="4294800" cy="956305"/>
          </a:xfrm>
          <a:prstGeom prst="rect">
            <a:avLst/>
          </a:prstGeom>
        </p:spPr>
        <p:txBody>
          <a:bodyPr spcFirstLastPara="1" wrap="square" lIns="91425" tIns="91425" rIns="91425" bIns="91425" anchor="t" anchorCtr="0">
            <a:noAutofit/>
          </a:bodyPr>
          <a:lstStyle/>
          <a:p>
            <a:pPr marL="139700" indent="0">
              <a:spcBef>
                <a:spcPts val="1000"/>
              </a:spcBef>
              <a:buSzPts val="1400"/>
              <a:buNone/>
            </a:pPr>
            <a:r>
              <a:rPr lang="it-IT" dirty="0"/>
              <a:t>Sarebbe stato interessante approfondire questi 3 cluster individuati ma si ha questa distribuzione delle istanze: </a:t>
            </a:r>
          </a:p>
        </p:txBody>
      </p:sp>
      <p:pic>
        <p:nvPicPr>
          <p:cNvPr id="3" name="Immagine 2" descr="Immagine che contiene testo, Carattere, calligrafia, bianco e nero&#10;&#10;Descrizione generata automaticamente">
            <a:extLst>
              <a:ext uri="{FF2B5EF4-FFF2-40B4-BE49-F238E27FC236}">
                <a16:creationId xmlns:a16="http://schemas.microsoft.com/office/drawing/2014/main" id="{EF3438A7-2AA6-3576-C809-6146D52A34BE}"/>
              </a:ext>
            </a:extLst>
          </p:cNvPr>
          <p:cNvPicPr>
            <a:picLocks noChangeAspect="1"/>
          </p:cNvPicPr>
          <p:nvPr/>
        </p:nvPicPr>
        <p:blipFill>
          <a:blip r:embed="rId3"/>
          <a:stretch>
            <a:fillRect/>
          </a:stretch>
        </p:blipFill>
        <p:spPr>
          <a:xfrm>
            <a:off x="2141894" y="2281834"/>
            <a:ext cx="1305107" cy="685896"/>
          </a:xfrm>
          <a:prstGeom prst="rect">
            <a:avLst/>
          </a:prstGeom>
        </p:spPr>
      </p:pic>
      <p:sp>
        <p:nvSpPr>
          <p:cNvPr id="5" name="Google Shape;463;p42">
            <a:extLst>
              <a:ext uri="{FF2B5EF4-FFF2-40B4-BE49-F238E27FC236}">
                <a16:creationId xmlns:a16="http://schemas.microsoft.com/office/drawing/2014/main" id="{CD5C3869-13BE-64B2-9428-B920AB1533F3}"/>
              </a:ext>
            </a:extLst>
          </p:cNvPr>
          <p:cNvSpPr txBox="1">
            <a:spLocks/>
          </p:cNvSpPr>
          <p:nvPr/>
        </p:nvSpPr>
        <p:spPr>
          <a:xfrm>
            <a:off x="725632" y="2915937"/>
            <a:ext cx="4294800" cy="71777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DM Sans"/>
                <a:ea typeface="DM Sans"/>
                <a:cs typeface="DM Sans"/>
                <a:sym typeface="DM Sans"/>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DM Sans"/>
                <a:ea typeface="DM Sans"/>
                <a:cs typeface="DM Sans"/>
                <a:sym typeface="DM Sans"/>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DM Sans"/>
                <a:ea typeface="DM Sans"/>
                <a:cs typeface="DM Sans"/>
                <a:sym typeface="DM Sans"/>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DM Sans"/>
                <a:ea typeface="DM Sans"/>
                <a:cs typeface="DM Sans"/>
                <a:sym typeface="DM Sans"/>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DM Sans"/>
                <a:ea typeface="DM Sans"/>
                <a:cs typeface="DM Sans"/>
                <a:sym typeface="DM Sans"/>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DM Sans"/>
                <a:ea typeface="DM Sans"/>
                <a:cs typeface="DM Sans"/>
                <a:sym typeface="DM Sans"/>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DM Sans"/>
                <a:ea typeface="DM Sans"/>
                <a:cs typeface="DM Sans"/>
                <a:sym typeface="DM Sans"/>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DM Sans"/>
                <a:ea typeface="DM Sans"/>
                <a:cs typeface="DM Sans"/>
                <a:sym typeface="DM Sans"/>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DM Sans"/>
                <a:ea typeface="DM Sans"/>
                <a:cs typeface="DM Sans"/>
                <a:sym typeface="DM Sans"/>
              </a:defRPr>
            </a:lvl9pPr>
          </a:lstStyle>
          <a:p>
            <a:pPr marL="139700" indent="0">
              <a:spcBef>
                <a:spcPts val="1000"/>
              </a:spcBef>
              <a:buSzPts val="1400"/>
              <a:buFont typeface="Nunito Light"/>
              <a:buNone/>
            </a:pPr>
            <a:r>
              <a:rPr lang="it-IT" dirty="0"/>
              <a:t>Le feature su cui i cluster si distinguono maggiormente sono:</a:t>
            </a:r>
          </a:p>
        </p:txBody>
      </p:sp>
      <p:pic>
        <p:nvPicPr>
          <p:cNvPr id="7" name="Immagine 6" descr="Immagine che contiene testo, schermata, Carattere, numero&#10;&#10;Descrizione generata automaticamente">
            <a:extLst>
              <a:ext uri="{FF2B5EF4-FFF2-40B4-BE49-F238E27FC236}">
                <a16:creationId xmlns:a16="http://schemas.microsoft.com/office/drawing/2014/main" id="{47C2BC03-AFB5-8B1A-167D-4E2913812ADF}"/>
              </a:ext>
            </a:extLst>
          </p:cNvPr>
          <p:cNvPicPr>
            <a:picLocks noChangeAspect="1"/>
          </p:cNvPicPr>
          <p:nvPr/>
        </p:nvPicPr>
        <p:blipFill>
          <a:blip r:embed="rId4"/>
          <a:stretch>
            <a:fillRect/>
          </a:stretch>
        </p:blipFill>
        <p:spPr>
          <a:xfrm>
            <a:off x="1381334" y="3698275"/>
            <a:ext cx="2983396" cy="954687"/>
          </a:xfrm>
          <a:prstGeom prst="rect">
            <a:avLst/>
          </a:prstGeom>
        </p:spPr>
      </p:pic>
      <p:grpSp>
        <p:nvGrpSpPr>
          <p:cNvPr id="14" name="Gruppo 13">
            <a:extLst>
              <a:ext uri="{FF2B5EF4-FFF2-40B4-BE49-F238E27FC236}">
                <a16:creationId xmlns:a16="http://schemas.microsoft.com/office/drawing/2014/main" id="{C609E722-4CC9-B4A6-5EAC-A7A9B84F872E}"/>
              </a:ext>
            </a:extLst>
          </p:cNvPr>
          <p:cNvGrpSpPr/>
          <p:nvPr/>
        </p:nvGrpSpPr>
        <p:grpSpPr>
          <a:xfrm>
            <a:off x="5395892" y="767323"/>
            <a:ext cx="3686689" cy="4064073"/>
            <a:chOff x="5664354" y="575894"/>
            <a:chExt cx="3686689" cy="4064073"/>
          </a:xfrm>
          <a:solidFill>
            <a:schemeClr val="bg1"/>
          </a:solidFill>
        </p:grpSpPr>
        <p:pic>
          <p:nvPicPr>
            <p:cNvPr id="9" name="Immagine 8" descr="Immagine che contiene testo, Carattere, bianco, algebra&#10;&#10;Descrizione generata automaticamente">
              <a:extLst>
                <a:ext uri="{FF2B5EF4-FFF2-40B4-BE49-F238E27FC236}">
                  <a16:creationId xmlns:a16="http://schemas.microsoft.com/office/drawing/2014/main" id="{55661EC9-A736-5F02-7E68-5D4500514C20}"/>
                </a:ext>
              </a:extLst>
            </p:cNvPr>
            <p:cNvPicPr>
              <a:picLocks noChangeAspect="1"/>
            </p:cNvPicPr>
            <p:nvPr/>
          </p:nvPicPr>
          <p:blipFill>
            <a:blip r:embed="rId5"/>
            <a:stretch>
              <a:fillRect/>
            </a:stretch>
          </p:blipFill>
          <p:spPr>
            <a:xfrm>
              <a:off x="7404340" y="575894"/>
              <a:ext cx="1943371" cy="1000265"/>
            </a:xfrm>
            <a:prstGeom prst="rect">
              <a:avLst/>
            </a:prstGeom>
            <a:grpFill/>
            <a:ln w="12700">
              <a:noFill/>
            </a:ln>
          </p:spPr>
        </p:pic>
        <p:pic>
          <p:nvPicPr>
            <p:cNvPr id="11" name="Immagine 10" descr="Immagine che contiene testo, Carattere, bianco, algebra&#10;&#10;Descrizione generata automaticamente">
              <a:extLst>
                <a:ext uri="{FF2B5EF4-FFF2-40B4-BE49-F238E27FC236}">
                  <a16:creationId xmlns:a16="http://schemas.microsoft.com/office/drawing/2014/main" id="{003828C2-6887-2016-EABB-ACF7788F2A18}"/>
                </a:ext>
              </a:extLst>
            </p:cNvPr>
            <p:cNvPicPr>
              <a:picLocks noChangeAspect="1"/>
            </p:cNvPicPr>
            <p:nvPr/>
          </p:nvPicPr>
          <p:blipFill>
            <a:blip r:embed="rId6"/>
            <a:stretch>
              <a:fillRect/>
            </a:stretch>
          </p:blipFill>
          <p:spPr>
            <a:xfrm>
              <a:off x="5975390" y="1783903"/>
              <a:ext cx="3372321" cy="1638529"/>
            </a:xfrm>
            <a:prstGeom prst="rect">
              <a:avLst/>
            </a:prstGeom>
            <a:grpFill/>
            <a:ln w="12700">
              <a:noFill/>
            </a:ln>
          </p:spPr>
        </p:pic>
        <p:pic>
          <p:nvPicPr>
            <p:cNvPr id="13" name="Immagine 12" descr="Immagine che contiene testo, Carattere, bianco, algebra&#10;&#10;Descrizione generata automaticamente">
              <a:extLst>
                <a:ext uri="{FF2B5EF4-FFF2-40B4-BE49-F238E27FC236}">
                  <a16:creationId xmlns:a16="http://schemas.microsoft.com/office/drawing/2014/main" id="{81151847-0C08-2439-5955-B1C4E66B6598}"/>
                </a:ext>
              </a:extLst>
            </p:cNvPr>
            <p:cNvPicPr>
              <a:picLocks noChangeAspect="1"/>
            </p:cNvPicPr>
            <p:nvPr/>
          </p:nvPicPr>
          <p:blipFill>
            <a:blip r:embed="rId7"/>
            <a:stretch>
              <a:fillRect/>
            </a:stretch>
          </p:blipFill>
          <p:spPr>
            <a:xfrm>
              <a:off x="5664354" y="3630176"/>
              <a:ext cx="3686689" cy="1009791"/>
            </a:xfrm>
            <a:prstGeom prst="rect">
              <a:avLst/>
            </a:prstGeom>
            <a:grpFill/>
            <a:ln w="12700">
              <a:noFill/>
            </a:ln>
          </p:spPr>
        </p:pic>
      </p:grpSp>
    </p:spTree>
    <p:extLst>
      <p:ext uri="{BB962C8B-B14F-4D97-AF65-F5344CB8AC3E}">
        <p14:creationId xmlns:p14="http://schemas.microsoft.com/office/powerpoint/2010/main" val="21610620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73">
          <a:extLst>
            <a:ext uri="{FF2B5EF4-FFF2-40B4-BE49-F238E27FC236}">
              <a16:creationId xmlns:a16="http://schemas.microsoft.com/office/drawing/2014/main" id="{730874EF-32CE-FBF6-BE5C-6A7109CD5EF8}"/>
            </a:ext>
          </a:extLst>
        </p:cNvPr>
        <p:cNvGrpSpPr/>
        <p:nvPr/>
      </p:nvGrpSpPr>
      <p:grpSpPr>
        <a:xfrm>
          <a:off x="0" y="0"/>
          <a:ext cx="0" cy="0"/>
          <a:chOff x="0" y="0"/>
          <a:chExt cx="0" cy="0"/>
        </a:xfrm>
      </p:grpSpPr>
      <p:pic>
        <p:nvPicPr>
          <p:cNvPr id="8" name="Immagine 7" descr="Immagine che contiene testo, diagramma, schermata&#10;&#10;Descrizione generata automaticamente">
            <a:extLst>
              <a:ext uri="{FF2B5EF4-FFF2-40B4-BE49-F238E27FC236}">
                <a16:creationId xmlns:a16="http://schemas.microsoft.com/office/drawing/2014/main" id="{03785052-9A4A-78C1-C8FE-54469A469C73}"/>
              </a:ext>
            </a:extLst>
          </p:cNvPr>
          <p:cNvPicPr>
            <a:picLocks noChangeAspect="1"/>
          </p:cNvPicPr>
          <p:nvPr/>
        </p:nvPicPr>
        <p:blipFill>
          <a:blip r:embed="rId3"/>
          <a:stretch>
            <a:fillRect/>
          </a:stretch>
        </p:blipFill>
        <p:spPr>
          <a:xfrm>
            <a:off x="227341" y="992984"/>
            <a:ext cx="8689318" cy="4071981"/>
          </a:xfrm>
          <a:prstGeom prst="rect">
            <a:avLst/>
          </a:prstGeom>
        </p:spPr>
      </p:pic>
      <p:pic>
        <p:nvPicPr>
          <p:cNvPr id="10" name="Immagine 9">
            <a:extLst>
              <a:ext uri="{FF2B5EF4-FFF2-40B4-BE49-F238E27FC236}">
                <a16:creationId xmlns:a16="http://schemas.microsoft.com/office/drawing/2014/main" id="{7031EF47-588D-734A-FA9D-3FE28B31A74C}"/>
              </a:ext>
            </a:extLst>
          </p:cNvPr>
          <p:cNvPicPr>
            <a:picLocks noChangeAspect="1"/>
          </p:cNvPicPr>
          <p:nvPr/>
        </p:nvPicPr>
        <p:blipFill>
          <a:blip r:embed="rId4"/>
          <a:stretch>
            <a:fillRect/>
          </a:stretch>
        </p:blipFill>
        <p:spPr>
          <a:xfrm>
            <a:off x="1633127" y="161831"/>
            <a:ext cx="5877745" cy="695422"/>
          </a:xfrm>
          <a:prstGeom prst="rect">
            <a:avLst/>
          </a:prstGeom>
        </p:spPr>
      </p:pic>
    </p:spTree>
    <p:extLst>
      <p:ext uri="{BB962C8B-B14F-4D97-AF65-F5344CB8AC3E}">
        <p14:creationId xmlns:p14="http://schemas.microsoft.com/office/powerpoint/2010/main" val="27697796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61">
          <a:extLst>
            <a:ext uri="{FF2B5EF4-FFF2-40B4-BE49-F238E27FC236}">
              <a16:creationId xmlns:a16="http://schemas.microsoft.com/office/drawing/2014/main" id="{0AB2069A-EA63-8A84-BA87-66594C9363DB}"/>
            </a:ext>
          </a:extLst>
        </p:cNvPr>
        <p:cNvGrpSpPr/>
        <p:nvPr/>
      </p:nvGrpSpPr>
      <p:grpSpPr>
        <a:xfrm>
          <a:off x="0" y="0"/>
          <a:ext cx="0" cy="0"/>
          <a:chOff x="0" y="0"/>
          <a:chExt cx="0" cy="0"/>
        </a:xfrm>
      </p:grpSpPr>
      <p:grpSp>
        <p:nvGrpSpPr>
          <p:cNvPr id="464" name="Google Shape;464;p42">
            <a:extLst>
              <a:ext uri="{FF2B5EF4-FFF2-40B4-BE49-F238E27FC236}">
                <a16:creationId xmlns:a16="http://schemas.microsoft.com/office/drawing/2014/main" id="{3FCB13DD-870A-A09F-1C10-B3BF4A644E2E}"/>
              </a:ext>
            </a:extLst>
          </p:cNvPr>
          <p:cNvGrpSpPr/>
          <p:nvPr/>
        </p:nvGrpSpPr>
        <p:grpSpPr>
          <a:xfrm>
            <a:off x="5416642" y="-460659"/>
            <a:ext cx="4086563" cy="6064817"/>
            <a:chOff x="5430930" y="-445784"/>
            <a:chExt cx="4086563" cy="6064817"/>
          </a:xfrm>
        </p:grpSpPr>
        <p:sp>
          <p:nvSpPr>
            <p:cNvPr id="465" name="Google Shape;465;p42">
              <a:extLst>
                <a:ext uri="{FF2B5EF4-FFF2-40B4-BE49-F238E27FC236}">
                  <a16:creationId xmlns:a16="http://schemas.microsoft.com/office/drawing/2014/main" id="{7E734DE4-43B0-B57D-0B99-96CF6C2A80E2}"/>
                </a:ext>
              </a:extLst>
            </p:cNvPr>
            <p:cNvSpPr/>
            <p:nvPr/>
          </p:nvSpPr>
          <p:spPr>
            <a:xfrm>
              <a:off x="7368520" y="98876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42">
              <a:extLst>
                <a:ext uri="{FF2B5EF4-FFF2-40B4-BE49-F238E27FC236}">
                  <a16:creationId xmlns:a16="http://schemas.microsoft.com/office/drawing/2014/main" id="{3E6DF79A-C079-7DEC-0234-A79E4B2014E4}"/>
                </a:ext>
              </a:extLst>
            </p:cNvPr>
            <p:cNvSpPr/>
            <p:nvPr/>
          </p:nvSpPr>
          <p:spPr>
            <a:xfrm rot="10800000" flipH="1">
              <a:off x="6036409" y="19621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42">
              <a:extLst>
                <a:ext uri="{FF2B5EF4-FFF2-40B4-BE49-F238E27FC236}">
                  <a16:creationId xmlns:a16="http://schemas.microsoft.com/office/drawing/2014/main" id="{17503077-8FCC-72F4-B1E5-2A79B1F53702}"/>
                </a:ext>
              </a:extLst>
            </p:cNvPr>
            <p:cNvSpPr/>
            <p:nvPr/>
          </p:nvSpPr>
          <p:spPr>
            <a:xfrm>
              <a:off x="7309474" y="21661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42">
              <a:extLst>
                <a:ext uri="{FF2B5EF4-FFF2-40B4-BE49-F238E27FC236}">
                  <a16:creationId xmlns:a16="http://schemas.microsoft.com/office/drawing/2014/main" id="{30A2A06F-5544-0B2A-13D5-385029E08A41}"/>
                </a:ext>
              </a:extLst>
            </p:cNvPr>
            <p:cNvSpPr/>
            <p:nvPr/>
          </p:nvSpPr>
          <p:spPr>
            <a:xfrm>
              <a:off x="6269702" y="-4457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42">
              <a:extLst>
                <a:ext uri="{FF2B5EF4-FFF2-40B4-BE49-F238E27FC236}">
                  <a16:creationId xmlns:a16="http://schemas.microsoft.com/office/drawing/2014/main" id="{1F878CBC-552B-BDF9-DEBE-09504F805AC0}"/>
                </a:ext>
              </a:extLst>
            </p:cNvPr>
            <p:cNvSpPr/>
            <p:nvPr/>
          </p:nvSpPr>
          <p:spPr>
            <a:xfrm>
              <a:off x="5830483" y="42158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42">
              <a:extLst>
                <a:ext uri="{FF2B5EF4-FFF2-40B4-BE49-F238E27FC236}">
                  <a16:creationId xmlns:a16="http://schemas.microsoft.com/office/drawing/2014/main" id="{023B3C93-5A38-24FA-0993-C5E5ADDB27B4}"/>
                </a:ext>
              </a:extLst>
            </p:cNvPr>
            <p:cNvSpPr/>
            <p:nvPr/>
          </p:nvSpPr>
          <p:spPr>
            <a:xfrm>
              <a:off x="6269683" y="133254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42">
              <a:extLst>
                <a:ext uri="{FF2B5EF4-FFF2-40B4-BE49-F238E27FC236}">
                  <a16:creationId xmlns:a16="http://schemas.microsoft.com/office/drawing/2014/main" id="{2D64984D-FC91-1B7D-E643-C24389D37D7C}"/>
                </a:ext>
              </a:extLst>
            </p:cNvPr>
            <p:cNvSpPr/>
            <p:nvPr/>
          </p:nvSpPr>
          <p:spPr>
            <a:xfrm>
              <a:off x="8430764" y="23422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42">
              <a:extLst>
                <a:ext uri="{FF2B5EF4-FFF2-40B4-BE49-F238E27FC236}">
                  <a16:creationId xmlns:a16="http://schemas.microsoft.com/office/drawing/2014/main" id="{EF53ED82-98A2-6041-B1AC-0F74127BB1CB}"/>
                </a:ext>
              </a:extLst>
            </p:cNvPr>
            <p:cNvSpPr/>
            <p:nvPr/>
          </p:nvSpPr>
          <p:spPr>
            <a:xfrm>
              <a:off x="7309467" y="261820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42">
              <a:extLst>
                <a:ext uri="{FF2B5EF4-FFF2-40B4-BE49-F238E27FC236}">
                  <a16:creationId xmlns:a16="http://schemas.microsoft.com/office/drawing/2014/main" id="{1D82B638-E708-200C-1660-B8070EE6D62F}"/>
                </a:ext>
              </a:extLst>
            </p:cNvPr>
            <p:cNvSpPr/>
            <p:nvPr/>
          </p:nvSpPr>
          <p:spPr>
            <a:xfrm>
              <a:off x="7962441" y="131801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42">
              <a:extLst>
                <a:ext uri="{FF2B5EF4-FFF2-40B4-BE49-F238E27FC236}">
                  <a16:creationId xmlns:a16="http://schemas.microsoft.com/office/drawing/2014/main" id="{32B0548B-5E50-E286-1147-8A3FA9D94AAD}"/>
                </a:ext>
              </a:extLst>
            </p:cNvPr>
            <p:cNvSpPr/>
            <p:nvPr/>
          </p:nvSpPr>
          <p:spPr>
            <a:xfrm rot="10800000" flipH="1">
              <a:off x="6351880" y="311086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42">
              <a:extLst>
                <a:ext uri="{FF2B5EF4-FFF2-40B4-BE49-F238E27FC236}">
                  <a16:creationId xmlns:a16="http://schemas.microsoft.com/office/drawing/2014/main" id="{E484BE2D-EE41-DC29-9622-5090C31FD983}"/>
                </a:ext>
              </a:extLst>
            </p:cNvPr>
            <p:cNvSpPr/>
            <p:nvPr/>
          </p:nvSpPr>
          <p:spPr>
            <a:xfrm rot="10800000" flipH="1">
              <a:off x="6790284" y="354856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42">
              <a:extLst>
                <a:ext uri="{FF2B5EF4-FFF2-40B4-BE49-F238E27FC236}">
                  <a16:creationId xmlns:a16="http://schemas.microsoft.com/office/drawing/2014/main" id="{571A9FD4-571A-3CFD-2D3C-68D8BFE4037C}"/>
                </a:ext>
              </a:extLst>
            </p:cNvPr>
            <p:cNvSpPr/>
            <p:nvPr/>
          </p:nvSpPr>
          <p:spPr>
            <a:xfrm rot="10800000" flipH="1">
              <a:off x="5430930" y="465091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42">
              <a:extLst>
                <a:ext uri="{FF2B5EF4-FFF2-40B4-BE49-F238E27FC236}">
                  <a16:creationId xmlns:a16="http://schemas.microsoft.com/office/drawing/2014/main" id="{15D0A1D3-F2B2-BB65-D4AA-95CC11FEDC13}"/>
                </a:ext>
              </a:extLst>
            </p:cNvPr>
            <p:cNvSpPr/>
            <p:nvPr/>
          </p:nvSpPr>
          <p:spPr>
            <a:xfrm>
              <a:off x="8678783" y="266882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42">
              <a:extLst>
                <a:ext uri="{FF2B5EF4-FFF2-40B4-BE49-F238E27FC236}">
                  <a16:creationId xmlns:a16="http://schemas.microsoft.com/office/drawing/2014/main" id="{1947FF1C-DFD1-1826-B681-35B3752D2FEE}"/>
                </a:ext>
              </a:extLst>
            </p:cNvPr>
            <p:cNvSpPr/>
            <p:nvPr/>
          </p:nvSpPr>
          <p:spPr>
            <a:xfrm>
              <a:off x="8430773" y="22359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42">
              <a:extLst>
                <a:ext uri="{FF2B5EF4-FFF2-40B4-BE49-F238E27FC236}">
                  <a16:creationId xmlns:a16="http://schemas.microsoft.com/office/drawing/2014/main" id="{C46CF0A3-FC8A-3F8A-5D23-AE99AA31A348}"/>
                </a:ext>
              </a:extLst>
            </p:cNvPr>
            <p:cNvSpPr/>
            <p:nvPr/>
          </p:nvSpPr>
          <p:spPr>
            <a:xfrm rot="10800000" flipH="1">
              <a:off x="8119787" y="363695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42">
              <a:extLst>
                <a:ext uri="{FF2B5EF4-FFF2-40B4-BE49-F238E27FC236}">
                  <a16:creationId xmlns:a16="http://schemas.microsoft.com/office/drawing/2014/main" id="{45567AC1-D013-ED99-052E-79E87B7D0E98}"/>
                </a:ext>
              </a:extLst>
            </p:cNvPr>
            <p:cNvSpPr/>
            <p:nvPr/>
          </p:nvSpPr>
          <p:spPr>
            <a:xfrm rot="10800000" flipH="1">
              <a:off x="7697255" y="411247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42">
              <a:extLst>
                <a:ext uri="{FF2B5EF4-FFF2-40B4-BE49-F238E27FC236}">
                  <a16:creationId xmlns:a16="http://schemas.microsoft.com/office/drawing/2014/main" id="{DCF17E87-3DC8-9C4A-7A8C-225DC5714152}"/>
                </a:ext>
              </a:extLst>
            </p:cNvPr>
            <p:cNvSpPr/>
            <p:nvPr/>
          </p:nvSpPr>
          <p:spPr>
            <a:xfrm>
              <a:off x="6628072" y="11249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42">
              <a:extLst>
                <a:ext uri="{FF2B5EF4-FFF2-40B4-BE49-F238E27FC236}">
                  <a16:creationId xmlns:a16="http://schemas.microsoft.com/office/drawing/2014/main" id="{74435237-86AB-E0A0-DD0C-4A02CB14E1AD}"/>
                </a:ext>
              </a:extLst>
            </p:cNvPr>
            <p:cNvSpPr/>
            <p:nvPr/>
          </p:nvSpPr>
          <p:spPr>
            <a:xfrm rot="10800000" flipH="1">
              <a:off x="7825159" y="-2514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2" name="Google Shape;462;p42">
            <a:extLst>
              <a:ext uri="{FF2B5EF4-FFF2-40B4-BE49-F238E27FC236}">
                <a16:creationId xmlns:a16="http://schemas.microsoft.com/office/drawing/2014/main" id="{715B0552-1EEE-A5C9-5563-CD2EB3430473}"/>
              </a:ext>
            </a:extLst>
          </p:cNvPr>
          <p:cNvSpPr txBox="1">
            <a:spLocks noGrp="1"/>
          </p:cNvSpPr>
          <p:nvPr>
            <p:ph type="title"/>
          </p:nvPr>
        </p:nvSpPr>
        <p:spPr>
          <a:xfrm>
            <a:off x="98182" y="401191"/>
            <a:ext cx="55497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t-IT" dirty="0">
                <a:latin typeface="Outfit" panose="020B0604020202020204" charset="0"/>
              </a:rPr>
              <a:t>DBSCAN</a:t>
            </a:r>
            <a:endParaRPr dirty="0">
              <a:latin typeface="Outfit" panose="020B0604020202020204" charset="0"/>
            </a:endParaRPr>
          </a:p>
        </p:txBody>
      </p:sp>
      <p:sp>
        <p:nvSpPr>
          <p:cNvPr id="463" name="Google Shape;463;p42">
            <a:extLst>
              <a:ext uri="{FF2B5EF4-FFF2-40B4-BE49-F238E27FC236}">
                <a16:creationId xmlns:a16="http://schemas.microsoft.com/office/drawing/2014/main" id="{701626D9-8571-4C78-EB3B-405D9FF44F29}"/>
              </a:ext>
            </a:extLst>
          </p:cNvPr>
          <p:cNvSpPr txBox="1">
            <a:spLocks noGrp="1"/>
          </p:cNvSpPr>
          <p:nvPr>
            <p:ph type="subTitle" idx="1"/>
          </p:nvPr>
        </p:nvSpPr>
        <p:spPr>
          <a:xfrm>
            <a:off x="725631" y="1264807"/>
            <a:ext cx="4350221" cy="2710034"/>
          </a:xfrm>
          <a:prstGeom prst="rect">
            <a:avLst/>
          </a:prstGeom>
        </p:spPr>
        <p:txBody>
          <a:bodyPr spcFirstLastPara="1" wrap="square" lIns="91425" tIns="91425" rIns="91425" bIns="91425" anchor="t" anchorCtr="0">
            <a:noAutofit/>
          </a:bodyPr>
          <a:lstStyle/>
          <a:p>
            <a:pPr marL="139700" indent="0">
              <a:spcBef>
                <a:spcPts val="1000"/>
              </a:spcBef>
              <a:buSzPts val="1400"/>
              <a:buNone/>
            </a:pPr>
            <a:r>
              <a:rPr lang="it-IT" dirty="0"/>
              <a:t>I </a:t>
            </a:r>
            <a:r>
              <a:rPr lang="it-IT" b="1" dirty="0"/>
              <a:t>vantaggi</a:t>
            </a:r>
            <a:r>
              <a:rPr lang="it-IT" dirty="0"/>
              <a:t> per cui è stato scelto DBSCAN sono 2:</a:t>
            </a:r>
          </a:p>
          <a:p>
            <a:pPr marL="482600" indent="-342900">
              <a:spcBef>
                <a:spcPts val="1000"/>
              </a:spcBef>
              <a:buSzPts val="1400"/>
              <a:buFont typeface="+mj-lt"/>
              <a:buAutoNum type="arabicPeriod"/>
            </a:pPr>
            <a:r>
              <a:rPr lang="it-IT" dirty="0"/>
              <a:t>Sceglie automaticamente il numero di cluster senza doverlo imporre.</a:t>
            </a:r>
          </a:p>
          <a:p>
            <a:pPr marL="482600" indent="-342900">
              <a:spcBef>
                <a:spcPts val="1000"/>
              </a:spcBef>
              <a:buSzPts val="1400"/>
              <a:buFont typeface="+mj-lt"/>
              <a:buAutoNum type="arabicPeriod"/>
            </a:pPr>
            <a:r>
              <a:rPr lang="it-IT" dirty="0"/>
              <a:t>Gestisce le forme arbitrarie dei cluster.</a:t>
            </a:r>
          </a:p>
          <a:p>
            <a:pPr marL="139700" indent="0">
              <a:spcBef>
                <a:spcPts val="1000"/>
              </a:spcBef>
              <a:buSzPts val="1400"/>
              <a:buNone/>
            </a:pPr>
            <a:endParaRPr lang="it-IT" dirty="0"/>
          </a:p>
          <a:p>
            <a:pPr marL="139700" indent="0">
              <a:spcBef>
                <a:spcPts val="1000"/>
              </a:spcBef>
              <a:buSzPts val="1400"/>
              <a:buNone/>
            </a:pPr>
            <a:r>
              <a:rPr lang="it-IT" dirty="0"/>
              <a:t>Regolando i parametri </a:t>
            </a:r>
            <a:r>
              <a:rPr lang="it-IT" i="1" dirty="0" err="1"/>
              <a:t>eps</a:t>
            </a:r>
            <a:r>
              <a:rPr lang="it-IT" dirty="0"/>
              <a:t> (il raggio) e </a:t>
            </a:r>
            <a:r>
              <a:rPr lang="it-IT" i="1" dirty="0" err="1"/>
              <a:t>min_sample</a:t>
            </a:r>
            <a:r>
              <a:rPr lang="it-IT" dirty="0"/>
              <a:t> (minimo numero di istanze entro il raggio) si estraggono </a:t>
            </a:r>
            <a:r>
              <a:rPr lang="it-IT" u="sng" dirty="0"/>
              <a:t>2 cluster principali</a:t>
            </a:r>
            <a:r>
              <a:rPr lang="it-IT" dirty="0"/>
              <a:t>.</a:t>
            </a:r>
          </a:p>
        </p:txBody>
      </p:sp>
    </p:spTree>
    <p:extLst>
      <p:ext uri="{BB962C8B-B14F-4D97-AF65-F5344CB8AC3E}">
        <p14:creationId xmlns:p14="http://schemas.microsoft.com/office/powerpoint/2010/main" val="6302700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73">
          <a:extLst>
            <a:ext uri="{FF2B5EF4-FFF2-40B4-BE49-F238E27FC236}">
              <a16:creationId xmlns:a16="http://schemas.microsoft.com/office/drawing/2014/main" id="{D7DADABE-23E9-2EB5-828C-AEEC6F86604F}"/>
            </a:ext>
          </a:extLst>
        </p:cNvPr>
        <p:cNvGrpSpPr/>
        <p:nvPr/>
      </p:nvGrpSpPr>
      <p:grpSpPr>
        <a:xfrm>
          <a:off x="0" y="0"/>
          <a:ext cx="0" cy="0"/>
          <a:chOff x="0" y="0"/>
          <a:chExt cx="0" cy="0"/>
        </a:xfrm>
      </p:grpSpPr>
      <p:pic>
        <p:nvPicPr>
          <p:cNvPr id="13" name="Immagine 12" descr="Immagine che contiene testo, Carattere, schermata, tipografia&#10;&#10;Descrizione generata automaticamente">
            <a:extLst>
              <a:ext uri="{FF2B5EF4-FFF2-40B4-BE49-F238E27FC236}">
                <a16:creationId xmlns:a16="http://schemas.microsoft.com/office/drawing/2014/main" id="{251998D1-489C-6505-CAC3-376E941D8D8E}"/>
              </a:ext>
            </a:extLst>
          </p:cNvPr>
          <p:cNvPicPr>
            <a:picLocks noChangeAspect="1"/>
          </p:cNvPicPr>
          <p:nvPr/>
        </p:nvPicPr>
        <p:blipFill>
          <a:blip r:embed="rId3"/>
          <a:stretch>
            <a:fillRect/>
          </a:stretch>
        </p:blipFill>
        <p:spPr>
          <a:xfrm>
            <a:off x="2566706" y="416684"/>
            <a:ext cx="4010585" cy="495369"/>
          </a:xfrm>
          <a:prstGeom prst="rect">
            <a:avLst/>
          </a:prstGeom>
        </p:spPr>
      </p:pic>
      <p:grpSp>
        <p:nvGrpSpPr>
          <p:cNvPr id="8" name="Gruppo 7">
            <a:extLst>
              <a:ext uri="{FF2B5EF4-FFF2-40B4-BE49-F238E27FC236}">
                <a16:creationId xmlns:a16="http://schemas.microsoft.com/office/drawing/2014/main" id="{33EE0566-2092-C7CC-141B-C124D4F87314}"/>
              </a:ext>
            </a:extLst>
          </p:cNvPr>
          <p:cNvGrpSpPr/>
          <p:nvPr/>
        </p:nvGrpSpPr>
        <p:grpSpPr>
          <a:xfrm>
            <a:off x="2075681" y="1101558"/>
            <a:ext cx="4992634" cy="3977648"/>
            <a:chOff x="2075681" y="1101558"/>
            <a:chExt cx="4992634" cy="3977648"/>
          </a:xfrm>
        </p:grpSpPr>
        <p:pic>
          <p:nvPicPr>
            <p:cNvPr id="3" name="Immagine 2" descr="Immagine che contiene testo, schermata, schizzo, disegno&#10;&#10;Descrizione generata automaticamente">
              <a:extLst>
                <a:ext uri="{FF2B5EF4-FFF2-40B4-BE49-F238E27FC236}">
                  <a16:creationId xmlns:a16="http://schemas.microsoft.com/office/drawing/2014/main" id="{8FC77D15-2BD1-7A1A-5305-679347E27EA8}"/>
                </a:ext>
              </a:extLst>
            </p:cNvPr>
            <p:cNvPicPr>
              <a:picLocks noChangeAspect="1"/>
            </p:cNvPicPr>
            <p:nvPr/>
          </p:nvPicPr>
          <p:blipFill>
            <a:blip r:embed="rId4"/>
            <a:stretch>
              <a:fillRect/>
            </a:stretch>
          </p:blipFill>
          <p:spPr>
            <a:xfrm>
              <a:off x="2075681" y="1101558"/>
              <a:ext cx="4992634" cy="3977648"/>
            </a:xfrm>
            <a:prstGeom prst="rect">
              <a:avLst/>
            </a:prstGeom>
          </p:spPr>
        </p:pic>
        <p:sp>
          <p:nvSpPr>
            <p:cNvPr id="6" name="Ovale 5">
              <a:extLst>
                <a:ext uri="{FF2B5EF4-FFF2-40B4-BE49-F238E27FC236}">
                  <a16:creationId xmlns:a16="http://schemas.microsoft.com/office/drawing/2014/main" id="{D4EB4592-9A4F-A81B-0CA7-1DB6DD5C58D5}"/>
                </a:ext>
              </a:extLst>
            </p:cNvPr>
            <p:cNvSpPr>
              <a:spLocks/>
            </p:cNvSpPr>
            <p:nvPr/>
          </p:nvSpPr>
          <p:spPr>
            <a:xfrm>
              <a:off x="5370555" y="1923511"/>
              <a:ext cx="316428" cy="307182"/>
            </a:xfrm>
            <a:prstGeom prst="ellipse">
              <a:avLst/>
            </a:prstGeom>
            <a:solidFill>
              <a:srgbClr val="FFFF99"/>
            </a:solidFill>
            <a:ln>
              <a:solidFill>
                <a:srgbClr val="FFCC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solidFill>
                    <a:srgbClr val="000000"/>
                  </a:solidFill>
                </a:rPr>
                <a:t>2</a:t>
              </a:r>
            </a:p>
          </p:txBody>
        </p:sp>
        <p:sp>
          <p:nvSpPr>
            <p:cNvPr id="7" name="Ovale 6">
              <a:extLst>
                <a:ext uri="{FF2B5EF4-FFF2-40B4-BE49-F238E27FC236}">
                  <a16:creationId xmlns:a16="http://schemas.microsoft.com/office/drawing/2014/main" id="{6FF54E4D-740D-7E7F-BCF7-5E9C325BE360}"/>
                </a:ext>
              </a:extLst>
            </p:cNvPr>
            <p:cNvSpPr>
              <a:spLocks/>
            </p:cNvSpPr>
            <p:nvPr/>
          </p:nvSpPr>
          <p:spPr>
            <a:xfrm>
              <a:off x="5670664" y="3347767"/>
              <a:ext cx="316428" cy="307182"/>
            </a:xfrm>
            <a:prstGeom prst="ellipse">
              <a:avLst/>
            </a:prstGeom>
            <a:solidFill>
              <a:srgbClr val="FF7C80"/>
            </a:solidFill>
            <a:ln>
              <a:solidFill>
                <a:srgbClr val="A500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solidFill>
                    <a:srgbClr val="000000"/>
                  </a:solidFill>
                </a:rPr>
                <a:t>1</a:t>
              </a:r>
            </a:p>
          </p:txBody>
        </p:sp>
      </p:grpSp>
      <p:pic>
        <p:nvPicPr>
          <p:cNvPr id="10" name="Immagine 9" descr="Immagine che contiene testo, Carattere, nero, schermata&#10;&#10;Il contenuto generato dall'IA potrebbe non essere corretto.">
            <a:extLst>
              <a:ext uri="{FF2B5EF4-FFF2-40B4-BE49-F238E27FC236}">
                <a16:creationId xmlns:a16="http://schemas.microsoft.com/office/drawing/2014/main" id="{A3FA2B7C-CBCD-7621-6C34-C9E8C578C08F}"/>
              </a:ext>
            </a:extLst>
          </p:cNvPr>
          <p:cNvPicPr>
            <a:picLocks noChangeAspect="1"/>
          </p:cNvPicPr>
          <p:nvPr/>
        </p:nvPicPr>
        <p:blipFill>
          <a:blip r:embed="rId5"/>
          <a:stretch>
            <a:fillRect/>
          </a:stretch>
        </p:blipFill>
        <p:spPr>
          <a:xfrm>
            <a:off x="589574" y="2578894"/>
            <a:ext cx="1486107" cy="523948"/>
          </a:xfrm>
          <a:prstGeom prst="rect">
            <a:avLst/>
          </a:prstGeom>
        </p:spPr>
      </p:pic>
      <p:sp>
        <p:nvSpPr>
          <p:cNvPr id="11" name="Ovale 10">
            <a:extLst>
              <a:ext uri="{FF2B5EF4-FFF2-40B4-BE49-F238E27FC236}">
                <a16:creationId xmlns:a16="http://schemas.microsoft.com/office/drawing/2014/main" id="{6B3BCAE0-842A-D05B-63D7-47E6633EEC5E}"/>
              </a:ext>
            </a:extLst>
          </p:cNvPr>
          <p:cNvSpPr>
            <a:spLocks/>
          </p:cNvSpPr>
          <p:nvPr/>
        </p:nvSpPr>
        <p:spPr>
          <a:xfrm>
            <a:off x="726894" y="2616456"/>
            <a:ext cx="197620" cy="197831"/>
          </a:xfrm>
          <a:prstGeom prst="ellipse">
            <a:avLst/>
          </a:prstGeom>
          <a:solidFill>
            <a:srgbClr val="FF7C80"/>
          </a:solidFill>
          <a:ln>
            <a:solidFill>
              <a:srgbClr val="A50021">
                <a:alpha val="98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solidFill>
                  <a:srgbClr val="000000"/>
                </a:solidFill>
              </a:rPr>
              <a:t>1</a:t>
            </a:r>
          </a:p>
        </p:txBody>
      </p:sp>
      <p:sp>
        <p:nvSpPr>
          <p:cNvPr id="12" name="Ovale 11">
            <a:extLst>
              <a:ext uri="{FF2B5EF4-FFF2-40B4-BE49-F238E27FC236}">
                <a16:creationId xmlns:a16="http://schemas.microsoft.com/office/drawing/2014/main" id="{8ABC0283-8B19-B548-BD6A-6AE0247828DB}"/>
              </a:ext>
            </a:extLst>
          </p:cNvPr>
          <p:cNvSpPr>
            <a:spLocks/>
          </p:cNvSpPr>
          <p:nvPr/>
        </p:nvSpPr>
        <p:spPr>
          <a:xfrm>
            <a:off x="726894" y="2859649"/>
            <a:ext cx="197620" cy="197831"/>
          </a:xfrm>
          <a:prstGeom prst="ellipse">
            <a:avLst/>
          </a:prstGeom>
          <a:solidFill>
            <a:srgbClr val="FFFF99"/>
          </a:solidFill>
          <a:ln>
            <a:solidFill>
              <a:srgbClr val="FFCC66">
                <a:alpha val="98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solidFill>
                  <a:srgbClr val="000000"/>
                </a:solidFill>
              </a:rPr>
              <a:t>2</a:t>
            </a:r>
          </a:p>
        </p:txBody>
      </p:sp>
      <p:sp>
        <p:nvSpPr>
          <p:cNvPr id="15" name="Google Shape;463;p42">
            <a:extLst>
              <a:ext uri="{FF2B5EF4-FFF2-40B4-BE49-F238E27FC236}">
                <a16:creationId xmlns:a16="http://schemas.microsoft.com/office/drawing/2014/main" id="{FBFD6FD6-6EA8-FDB0-D83B-27AE09B12729}"/>
              </a:ext>
            </a:extLst>
          </p:cNvPr>
          <p:cNvSpPr txBox="1">
            <a:spLocks/>
          </p:cNvSpPr>
          <p:nvPr/>
        </p:nvSpPr>
        <p:spPr>
          <a:xfrm>
            <a:off x="353830" y="2112702"/>
            <a:ext cx="1817870" cy="45839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1pPr>
            <a:lvl2pPr marL="914400" marR="0" lvl="1"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2pPr>
            <a:lvl3pPr marL="1371600" marR="0" lvl="2"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3pPr>
            <a:lvl4pPr marL="1828800" marR="0" lvl="3"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4pPr>
            <a:lvl5pPr marL="2286000" marR="0" lvl="4"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5pPr>
            <a:lvl6pPr marL="2743200" marR="0" lvl="5"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6pPr>
            <a:lvl7pPr marL="3200400" marR="0" lvl="6"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7pPr>
            <a:lvl8pPr marL="3657600" marR="0" lvl="7"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8pPr>
            <a:lvl9pPr marL="4114800" marR="0" lvl="8"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9pPr>
          </a:lstStyle>
          <a:p>
            <a:pPr marL="139700" indent="0" algn="ctr">
              <a:spcBef>
                <a:spcPts val="1000"/>
              </a:spcBef>
            </a:pPr>
            <a:r>
              <a:rPr lang="it-IT" dirty="0"/>
              <a:t>Numero di istanze</a:t>
            </a:r>
          </a:p>
        </p:txBody>
      </p:sp>
    </p:spTree>
    <p:extLst>
      <p:ext uri="{BB962C8B-B14F-4D97-AF65-F5344CB8AC3E}">
        <p14:creationId xmlns:p14="http://schemas.microsoft.com/office/powerpoint/2010/main" val="26594573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63">
          <a:extLst>
            <a:ext uri="{FF2B5EF4-FFF2-40B4-BE49-F238E27FC236}">
              <a16:creationId xmlns:a16="http://schemas.microsoft.com/office/drawing/2014/main" id="{795AF793-5561-0051-F7F9-810975364D2E}"/>
            </a:ext>
          </a:extLst>
        </p:cNvPr>
        <p:cNvGrpSpPr/>
        <p:nvPr/>
      </p:nvGrpSpPr>
      <p:grpSpPr>
        <a:xfrm>
          <a:off x="0" y="0"/>
          <a:ext cx="0" cy="0"/>
          <a:chOff x="0" y="0"/>
          <a:chExt cx="0" cy="0"/>
        </a:xfrm>
      </p:grpSpPr>
      <p:sp>
        <p:nvSpPr>
          <p:cNvPr id="8" name="Google Shape;462;p42">
            <a:extLst>
              <a:ext uri="{FF2B5EF4-FFF2-40B4-BE49-F238E27FC236}">
                <a16:creationId xmlns:a16="http://schemas.microsoft.com/office/drawing/2014/main" id="{3A8E1663-C69B-30C3-D329-5FA1E61C5F10}"/>
              </a:ext>
            </a:extLst>
          </p:cNvPr>
          <p:cNvSpPr txBox="1">
            <a:spLocks noGrp="1"/>
          </p:cNvSpPr>
          <p:nvPr>
            <p:ph type="title"/>
          </p:nvPr>
        </p:nvSpPr>
        <p:spPr>
          <a:xfrm>
            <a:off x="1011857" y="265633"/>
            <a:ext cx="7120285"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t-IT" dirty="0">
                <a:latin typeface="Outfit" panose="020B0604020202020204" charset="0"/>
              </a:rPr>
              <a:t>Interpretazione dei cluster UMAP</a:t>
            </a:r>
            <a:endParaRPr dirty="0">
              <a:latin typeface="Outfit" panose="020B0604020202020204" charset="0"/>
            </a:endParaRPr>
          </a:p>
        </p:txBody>
      </p:sp>
      <p:sp>
        <p:nvSpPr>
          <p:cNvPr id="9" name="Google Shape;463;p42">
            <a:extLst>
              <a:ext uri="{FF2B5EF4-FFF2-40B4-BE49-F238E27FC236}">
                <a16:creationId xmlns:a16="http://schemas.microsoft.com/office/drawing/2014/main" id="{BE077948-6680-64B6-6DC7-0372A09C6DAC}"/>
              </a:ext>
            </a:extLst>
          </p:cNvPr>
          <p:cNvSpPr txBox="1">
            <a:spLocks noGrp="1"/>
          </p:cNvSpPr>
          <p:nvPr>
            <p:ph type="subTitle" idx="1"/>
          </p:nvPr>
        </p:nvSpPr>
        <p:spPr>
          <a:xfrm>
            <a:off x="455684" y="787313"/>
            <a:ext cx="8628842" cy="1377239"/>
          </a:xfrm>
          <a:prstGeom prst="rect">
            <a:avLst/>
          </a:prstGeom>
        </p:spPr>
        <p:txBody>
          <a:bodyPr spcFirstLastPara="1" wrap="square" lIns="91425" tIns="91425" rIns="91425" bIns="91425" anchor="t" anchorCtr="0">
            <a:noAutofit/>
          </a:bodyPr>
          <a:lstStyle/>
          <a:p>
            <a:pPr marL="139700" indent="0">
              <a:spcBef>
                <a:spcPts val="1000"/>
              </a:spcBef>
              <a:buSzPts val="1400"/>
              <a:buNone/>
            </a:pPr>
            <a:r>
              <a:rPr lang="it-IT" dirty="0"/>
              <a:t>Le istanze si raggruppano in 2 tipi di famiglie</a:t>
            </a:r>
          </a:p>
          <a:p>
            <a:pPr marL="139700" indent="0">
              <a:spcBef>
                <a:spcPts val="1000"/>
              </a:spcBef>
              <a:buSzPts val="1400"/>
              <a:buNone/>
            </a:pPr>
            <a:r>
              <a:rPr lang="it-IT" b="1" dirty="0"/>
              <a:t>Cluster 1</a:t>
            </a:r>
            <a:r>
              <a:rPr lang="it-IT" dirty="0"/>
              <a:t>: Gli adulti lavorano in </a:t>
            </a:r>
            <a:r>
              <a:rPr lang="it-IT" u="sng" dirty="0"/>
              <a:t>smartworking</a:t>
            </a:r>
            <a:r>
              <a:rPr lang="it-IT" dirty="0"/>
              <a:t> e il loro </a:t>
            </a:r>
            <a:r>
              <a:rPr lang="it-IT" u="sng" dirty="0"/>
              <a:t>carico di lavoro</a:t>
            </a:r>
            <a:r>
              <a:rPr lang="it-IT" dirty="0"/>
              <a:t> è cresciuto. Hanno problemi di </a:t>
            </a:r>
            <a:r>
              <a:rPr lang="it-IT" u="sng" dirty="0"/>
              <a:t>riconciliazione</a:t>
            </a:r>
            <a:r>
              <a:rPr lang="it-IT" dirty="0"/>
              <a:t>, il loro </a:t>
            </a:r>
            <a:r>
              <a:rPr lang="it-IT" u="sng" dirty="0"/>
              <a:t>orari di riposo</a:t>
            </a:r>
            <a:r>
              <a:rPr lang="it-IT" dirty="0"/>
              <a:t> sono cambiati e sono più </a:t>
            </a:r>
            <a:r>
              <a:rPr lang="it-IT" u="sng" dirty="0"/>
              <a:t>irritabili</a:t>
            </a:r>
            <a:r>
              <a:rPr lang="it-IT" dirty="0"/>
              <a:t>, ma riescono ad </a:t>
            </a:r>
            <a:r>
              <a:rPr lang="it-IT" u="sng" dirty="0"/>
              <a:t>interrompere il loro lavoro</a:t>
            </a:r>
            <a:r>
              <a:rPr lang="it-IT" dirty="0"/>
              <a:t> diverse volte all’ora per aiutare i bambini (i quali sentono la mancanza dei maestri).</a:t>
            </a:r>
          </a:p>
        </p:txBody>
      </p:sp>
      <p:sp>
        <p:nvSpPr>
          <p:cNvPr id="10" name="Google Shape;463;p42">
            <a:extLst>
              <a:ext uri="{FF2B5EF4-FFF2-40B4-BE49-F238E27FC236}">
                <a16:creationId xmlns:a16="http://schemas.microsoft.com/office/drawing/2014/main" id="{352C046D-0B6A-E9B0-C7F1-28B5CDF2F320}"/>
              </a:ext>
            </a:extLst>
          </p:cNvPr>
          <p:cNvSpPr txBox="1">
            <a:spLocks/>
          </p:cNvSpPr>
          <p:nvPr/>
        </p:nvSpPr>
        <p:spPr>
          <a:xfrm>
            <a:off x="455683" y="3842146"/>
            <a:ext cx="8628843" cy="95713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1pPr>
            <a:lvl2pPr marL="914400" marR="0" lvl="1"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2pPr>
            <a:lvl3pPr marL="1371600" marR="0" lvl="2"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3pPr>
            <a:lvl4pPr marL="1828800" marR="0" lvl="3"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4pPr>
            <a:lvl5pPr marL="2286000" marR="0" lvl="4"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5pPr>
            <a:lvl6pPr marL="2743200" marR="0" lvl="5"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6pPr>
            <a:lvl7pPr marL="3200400" marR="0" lvl="6"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7pPr>
            <a:lvl8pPr marL="3657600" marR="0" lvl="7"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8pPr>
            <a:lvl9pPr marL="4114800" marR="0" lvl="8"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9pPr>
          </a:lstStyle>
          <a:p>
            <a:pPr marL="139700" indent="0">
              <a:spcBef>
                <a:spcPts val="1000"/>
              </a:spcBef>
            </a:pPr>
            <a:r>
              <a:rPr lang="it-IT" b="1" dirty="0"/>
              <a:t>Cluster 2</a:t>
            </a:r>
            <a:r>
              <a:rPr lang="it-IT" dirty="0"/>
              <a:t>: Gli adulti </a:t>
            </a:r>
            <a:r>
              <a:rPr lang="it-IT" u="sng" dirty="0"/>
              <a:t>non</a:t>
            </a:r>
            <a:r>
              <a:rPr lang="it-IT" dirty="0"/>
              <a:t> lavorano in </a:t>
            </a:r>
            <a:r>
              <a:rPr lang="it-IT" u="sng" dirty="0"/>
              <a:t>smartworking</a:t>
            </a:r>
            <a:r>
              <a:rPr lang="it-IT" dirty="0"/>
              <a:t> e lavorano </a:t>
            </a:r>
            <a:r>
              <a:rPr lang="it-IT" u="sng" dirty="0"/>
              <a:t>solo per la loro famiglia</a:t>
            </a:r>
            <a:r>
              <a:rPr lang="it-IT" dirty="0"/>
              <a:t>. I loro orari di sonno non sono variati e </a:t>
            </a:r>
            <a:r>
              <a:rPr lang="it-IT" u="sng" dirty="0"/>
              <a:t>non</a:t>
            </a:r>
            <a:r>
              <a:rPr lang="it-IT" dirty="0"/>
              <a:t> sono </a:t>
            </a:r>
            <a:r>
              <a:rPr lang="it-IT" u="sng" dirty="0"/>
              <a:t>irritati</a:t>
            </a:r>
            <a:r>
              <a:rPr lang="it-IT" dirty="0"/>
              <a:t>. Inoltre i loro bambini </a:t>
            </a:r>
            <a:r>
              <a:rPr lang="it-IT" u="sng" dirty="0"/>
              <a:t>non</a:t>
            </a:r>
            <a:r>
              <a:rPr lang="it-IT" dirty="0"/>
              <a:t> sentono la </a:t>
            </a:r>
            <a:r>
              <a:rPr lang="it-IT" u="sng" dirty="0"/>
              <a:t>mancanza dei maestri.</a:t>
            </a:r>
          </a:p>
        </p:txBody>
      </p:sp>
      <p:pic>
        <p:nvPicPr>
          <p:cNvPr id="12" name="Immagine 11" descr="Immagine che contiene testo, schermata, Carattere, numero&#10;&#10;Il contenuto generato dall'IA potrebbe non essere corretto.">
            <a:extLst>
              <a:ext uri="{FF2B5EF4-FFF2-40B4-BE49-F238E27FC236}">
                <a16:creationId xmlns:a16="http://schemas.microsoft.com/office/drawing/2014/main" id="{B303835C-A7B5-EFAC-AC1B-A75BF44675A5}"/>
              </a:ext>
            </a:extLst>
          </p:cNvPr>
          <p:cNvPicPr>
            <a:picLocks noChangeAspect="1"/>
          </p:cNvPicPr>
          <p:nvPr/>
        </p:nvPicPr>
        <p:blipFill>
          <a:blip r:embed="rId3"/>
          <a:stretch>
            <a:fillRect/>
          </a:stretch>
        </p:blipFill>
        <p:spPr>
          <a:xfrm>
            <a:off x="455684" y="2221704"/>
            <a:ext cx="5798895" cy="748470"/>
          </a:xfrm>
          <a:prstGeom prst="rect">
            <a:avLst/>
          </a:prstGeom>
        </p:spPr>
      </p:pic>
      <p:pic>
        <p:nvPicPr>
          <p:cNvPr id="14" name="Immagine 13" descr="Immagine che contiene testo, schermata, Carattere, linea&#10;&#10;Il contenuto generato dall'IA potrebbe non essere corretto.">
            <a:extLst>
              <a:ext uri="{FF2B5EF4-FFF2-40B4-BE49-F238E27FC236}">
                <a16:creationId xmlns:a16="http://schemas.microsoft.com/office/drawing/2014/main" id="{BB155EA3-AB22-D242-80A3-EE441CF79819}"/>
              </a:ext>
            </a:extLst>
          </p:cNvPr>
          <p:cNvPicPr>
            <a:picLocks noChangeAspect="1"/>
          </p:cNvPicPr>
          <p:nvPr/>
        </p:nvPicPr>
        <p:blipFill>
          <a:blip r:embed="rId4"/>
          <a:stretch>
            <a:fillRect/>
          </a:stretch>
        </p:blipFill>
        <p:spPr>
          <a:xfrm>
            <a:off x="2889419" y="3069333"/>
            <a:ext cx="5798895" cy="825170"/>
          </a:xfrm>
          <a:prstGeom prst="rect">
            <a:avLst/>
          </a:prstGeom>
        </p:spPr>
      </p:pic>
      <p:sp>
        <p:nvSpPr>
          <p:cNvPr id="15" name="Ovale 14">
            <a:extLst>
              <a:ext uri="{FF2B5EF4-FFF2-40B4-BE49-F238E27FC236}">
                <a16:creationId xmlns:a16="http://schemas.microsoft.com/office/drawing/2014/main" id="{8A6C509D-C7F4-FEEB-4DED-284E02B3775C}"/>
              </a:ext>
            </a:extLst>
          </p:cNvPr>
          <p:cNvSpPr>
            <a:spLocks/>
          </p:cNvSpPr>
          <p:nvPr/>
        </p:nvSpPr>
        <p:spPr>
          <a:xfrm>
            <a:off x="525797" y="2733598"/>
            <a:ext cx="197620" cy="197831"/>
          </a:xfrm>
          <a:prstGeom prst="ellipse">
            <a:avLst/>
          </a:prstGeom>
          <a:solidFill>
            <a:srgbClr val="FFFF99"/>
          </a:solidFill>
          <a:ln>
            <a:solidFill>
              <a:srgbClr val="FFCC66">
                <a:alpha val="98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solidFill>
                  <a:srgbClr val="000000"/>
                </a:solidFill>
              </a:rPr>
              <a:t>2</a:t>
            </a:r>
          </a:p>
        </p:txBody>
      </p:sp>
      <p:sp>
        <p:nvSpPr>
          <p:cNvPr id="18" name="Ovale 17">
            <a:extLst>
              <a:ext uri="{FF2B5EF4-FFF2-40B4-BE49-F238E27FC236}">
                <a16:creationId xmlns:a16="http://schemas.microsoft.com/office/drawing/2014/main" id="{AFBF50B1-E9D1-8C34-4E94-FE06C29C48B9}"/>
              </a:ext>
            </a:extLst>
          </p:cNvPr>
          <p:cNvSpPr>
            <a:spLocks/>
          </p:cNvSpPr>
          <p:nvPr/>
        </p:nvSpPr>
        <p:spPr>
          <a:xfrm>
            <a:off x="522130" y="2497023"/>
            <a:ext cx="197620" cy="197831"/>
          </a:xfrm>
          <a:prstGeom prst="ellipse">
            <a:avLst/>
          </a:prstGeom>
          <a:solidFill>
            <a:srgbClr val="FF7C80"/>
          </a:solidFill>
          <a:ln>
            <a:solidFill>
              <a:srgbClr val="A50021">
                <a:alpha val="98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solidFill>
                  <a:srgbClr val="000000"/>
                </a:solidFill>
              </a:rPr>
              <a:t>1</a:t>
            </a:r>
          </a:p>
        </p:txBody>
      </p:sp>
    </p:spTree>
    <p:extLst>
      <p:ext uri="{BB962C8B-B14F-4D97-AF65-F5344CB8AC3E}">
        <p14:creationId xmlns:p14="http://schemas.microsoft.com/office/powerpoint/2010/main" val="12734928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61">
          <a:extLst>
            <a:ext uri="{FF2B5EF4-FFF2-40B4-BE49-F238E27FC236}">
              <a16:creationId xmlns:a16="http://schemas.microsoft.com/office/drawing/2014/main" id="{7E22ACC0-9286-14A2-DC82-BE17B650BC48}"/>
            </a:ext>
          </a:extLst>
        </p:cNvPr>
        <p:cNvGrpSpPr/>
        <p:nvPr/>
      </p:nvGrpSpPr>
      <p:grpSpPr>
        <a:xfrm>
          <a:off x="0" y="0"/>
          <a:ext cx="0" cy="0"/>
          <a:chOff x="0" y="0"/>
          <a:chExt cx="0" cy="0"/>
        </a:xfrm>
      </p:grpSpPr>
      <p:grpSp>
        <p:nvGrpSpPr>
          <p:cNvPr id="464" name="Google Shape;464;p42">
            <a:extLst>
              <a:ext uri="{FF2B5EF4-FFF2-40B4-BE49-F238E27FC236}">
                <a16:creationId xmlns:a16="http://schemas.microsoft.com/office/drawing/2014/main" id="{A8FA6557-A0DC-6C9A-424C-A33A61E52585}"/>
              </a:ext>
            </a:extLst>
          </p:cNvPr>
          <p:cNvGrpSpPr/>
          <p:nvPr/>
        </p:nvGrpSpPr>
        <p:grpSpPr>
          <a:xfrm>
            <a:off x="5416642" y="-460659"/>
            <a:ext cx="4086563" cy="6064817"/>
            <a:chOff x="5430930" y="-445784"/>
            <a:chExt cx="4086563" cy="6064817"/>
          </a:xfrm>
        </p:grpSpPr>
        <p:sp>
          <p:nvSpPr>
            <p:cNvPr id="465" name="Google Shape;465;p42">
              <a:extLst>
                <a:ext uri="{FF2B5EF4-FFF2-40B4-BE49-F238E27FC236}">
                  <a16:creationId xmlns:a16="http://schemas.microsoft.com/office/drawing/2014/main" id="{10DB2373-72A1-52E2-C8A8-4B3654CEEE61}"/>
                </a:ext>
              </a:extLst>
            </p:cNvPr>
            <p:cNvSpPr/>
            <p:nvPr/>
          </p:nvSpPr>
          <p:spPr>
            <a:xfrm>
              <a:off x="7368520" y="98876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42">
              <a:extLst>
                <a:ext uri="{FF2B5EF4-FFF2-40B4-BE49-F238E27FC236}">
                  <a16:creationId xmlns:a16="http://schemas.microsoft.com/office/drawing/2014/main" id="{02AEC448-8789-9642-78DF-67202023FF10}"/>
                </a:ext>
              </a:extLst>
            </p:cNvPr>
            <p:cNvSpPr/>
            <p:nvPr/>
          </p:nvSpPr>
          <p:spPr>
            <a:xfrm rot="10800000" flipH="1">
              <a:off x="6036409" y="19621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42">
              <a:extLst>
                <a:ext uri="{FF2B5EF4-FFF2-40B4-BE49-F238E27FC236}">
                  <a16:creationId xmlns:a16="http://schemas.microsoft.com/office/drawing/2014/main" id="{38B9050F-1890-8509-6A57-07413B764B9E}"/>
                </a:ext>
              </a:extLst>
            </p:cNvPr>
            <p:cNvSpPr/>
            <p:nvPr/>
          </p:nvSpPr>
          <p:spPr>
            <a:xfrm>
              <a:off x="7309474" y="21661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42">
              <a:extLst>
                <a:ext uri="{FF2B5EF4-FFF2-40B4-BE49-F238E27FC236}">
                  <a16:creationId xmlns:a16="http://schemas.microsoft.com/office/drawing/2014/main" id="{B60F448E-E7F8-0545-DDA8-BA2C822C82DA}"/>
                </a:ext>
              </a:extLst>
            </p:cNvPr>
            <p:cNvSpPr/>
            <p:nvPr/>
          </p:nvSpPr>
          <p:spPr>
            <a:xfrm>
              <a:off x="6269702" y="-4457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42">
              <a:extLst>
                <a:ext uri="{FF2B5EF4-FFF2-40B4-BE49-F238E27FC236}">
                  <a16:creationId xmlns:a16="http://schemas.microsoft.com/office/drawing/2014/main" id="{998B9A08-6FF4-AD94-E617-CE724AF751A2}"/>
                </a:ext>
              </a:extLst>
            </p:cNvPr>
            <p:cNvSpPr/>
            <p:nvPr/>
          </p:nvSpPr>
          <p:spPr>
            <a:xfrm>
              <a:off x="5830483" y="42158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42">
              <a:extLst>
                <a:ext uri="{FF2B5EF4-FFF2-40B4-BE49-F238E27FC236}">
                  <a16:creationId xmlns:a16="http://schemas.microsoft.com/office/drawing/2014/main" id="{507A68AB-9C15-3B4E-743B-69FD80FC611F}"/>
                </a:ext>
              </a:extLst>
            </p:cNvPr>
            <p:cNvSpPr/>
            <p:nvPr/>
          </p:nvSpPr>
          <p:spPr>
            <a:xfrm>
              <a:off x="6269683" y="133254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42">
              <a:extLst>
                <a:ext uri="{FF2B5EF4-FFF2-40B4-BE49-F238E27FC236}">
                  <a16:creationId xmlns:a16="http://schemas.microsoft.com/office/drawing/2014/main" id="{98E2B69D-A07F-5663-3E16-502CBD44E575}"/>
                </a:ext>
              </a:extLst>
            </p:cNvPr>
            <p:cNvSpPr/>
            <p:nvPr/>
          </p:nvSpPr>
          <p:spPr>
            <a:xfrm>
              <a:off x="8430764" y="23422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42">
              <a:extLst>
                <a:ext uri="{FF2B5EF4-FFF2-40B4-BE49-F238E27FC236}">
                  <a16:creationId xmlns:a16="http://schemas.microsoft.com/office/drawing/2014/main" id="{0203B010-F42B-3625-FBC8-20513CBBCEA5}"/>
                </a:ext>
              </a:extLst>
            </p:cNvPr>
            <p:cNvSpPr/>
            <p:nvPr/>
          </p:nvSpPr>
          <p:spPr>
            <a:xfrm>
              <a:off x="7309467" y="261820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42">
              <a:extLst>
                <a:ext uri="{FF2B5EF4-FFF2-40B4-BE49-F238E27FC236}">
                  <a16:creationId xmlns:a16="http://schemas.microsoft.com/office/drawing/2014/main" id="{A2541864-1C67-E98C-1179-E4915F0FF34E}"/>
                </a:ext>
              </a:extLst>
            </p:cNvPr>
            <p:cNvSpPr/>
            <p:nvPr/>
          </p:nvSpPr>
          <p:spPr>
            <a:xfrm>
              <a:off x="7962441" y="131801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42">
              <a:extLst>
                <a:ext uri="{FF2B5EF4-FFF2-40B4-BE49-F238E27FC236}">
                  <a16:creationId xmlns:a16="http://schemas.microsoft.com/office/drawing/2014/main" id="{5DA2DC8E-7ACB-27E4-CB1B-AB2B79DAFF9B}"/>
                </a:ext>
              </a:extLst>
            </p:cNvPr>
            <p:cNvSpPr/>
            <p:nvPr/>
          </p:nvSpPr>
          <p:spPr>
            <a:xfrm rot="10800000" flipH="1">
              <a:off x="6351880" y="311086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42">
              <a:extLst>
                <a:ext uri="{FF2B5EF4-FFF2-40B4-BE49-F238E27FC236}">
                  <a16:creationId xmlns:a16="http://schemas.microsoft.com/office/drawing/2014/main" id="{64CF98E3-7495-4614-B93D-FBBCEF74C197}"/>
                </a:ext>
              </a:extLst>
            </p:cNvPr>
            <p:cNvSpPr/>
            <p:nvPr/>
          </p:nvSpPr>
          <p:spPr>
            <a:xfrm rot="10800000" flipH="1">
              <a:off x="6790284" y="354856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42">
              <a:extLst>
                <a:ext uri="{FF2B5EF4-FFF2-40B4-BE49-F238E27FC236}">
                  <a16:creationId xmlns:a16="http://schemas.microsoft.com/office/drawing/2014/main" id="{289B9171-C038-97C8-8810-6090924C4CB6}"/>
                </a:ext>
              </a:extLst>
            </p:cNvPr>
            <p:cNvSpPr/>
            <p:nvPr/>
          </p:nvSpPr>
          <p:spPr>
            <a:xfrm rot="10800000" flipH="1">
              <a:off x="5430930" y="465091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42">
              <a:extLst>
                <a:ext uri="{FF2B5EF4-FFF2-40B4-BE49-F238E27FC236}">
                  <a16:creationId xmlns:a16="http://schemas.microsoft.com/office/drawing/2014/main" id="{19748D02-D2F9-15A7-6ACA-C4DD9C655860}"/>
                </a:ext>
              </a:extLst>
            </p:cNvPr>
            <p:cNvSpPr/>
            <p:nvPr/>
          </p:nvSpPr>
          <p:spPr>
            <a:xfrm>
              <a:off x="8678783" y="266882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42">
              <a:extLst>
                <a:ext uri="{FF2B5EF4-FFF2-40B4-BE49-F238E27FC236}">
                  <a16:creationId xmlns:a16="http://schemas.microsoft.com/office/drawing/2014/main" id="{B4FA9EC8-97B5-4E50-ED81-668F268C84F5}"/>
                </a:ext>
              </a:extLst>
            </p:cNvPr>
            <p:cNvSpPr/>
            <p:nvPr/>
          </p:nvSpPr>
          <p:spPr>
            <a:xfrm>
              <a:off x="8430773" y="22359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42">
              <a:extLst>
                <a:ext uri="{FF2B5EF4-FFF2-40B4-BE49-F238E27FC236}">
                  <a16:creationId xmlns:a16="http://schemas.microsoft.com/office/drawing/2014/main" id="{ECF9CE43-9853-B789-49D4-B14A78056959}"/>
                </a:ext>
              </a:extLst>
            </p:cNvPr>
            <p:cNvSpPr/>
            <p:nvPr/>
          </p:nvSpPr>
          <p:spPr>
            <a:xfrm rot="10800000" flipH="1">
              <a:off x="8119787" y="363695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42">
              <a:extLst>
                <a:ext uri="{FF2B5EF4-FFF2-40B4-BE49-F238E27FC236}">
                  <a16:creationId xmlns:a16="http://schemas.microsoft.com/office/drawing/2014/main" id="{65219B6B-8696-837B-6A3E-A779F6CB72CB}"/>
                </a:ext>
              </a:extLst>
            </p:cNvPr>
            <p:cNvSpPr/>
            <p:nvPr/>
          </p:nvSpPr>
          <p:spPr>
            <a:xfrm rot="10800000" flipH="1">
              <a:off x="7697255" y="411247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42">
              <a:extLst>
                <a:ext uri="{FF2B5EF4-FFF2-40B4-BE49-F238E27FC236}">
                  <a16:creationId xmlns:a16="http://schemas.microsoft.com/office/drawing/2014/main" id="{5124333F-1859-7213-8B92-AA9212025C07}"/>
                </a:ext>
              </a:extLst>
            </p:cNvPr>
            <p:cNvSpPr/>
            <p:nvPr/>
          </p:nvSpPr>
          <p:spPr>
            <a:xfrm>
              <a:off x="6628072" y="11249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42">
              <a:extLst>
                <a:ext uri="{FF2B5EF4-FFF2-40B4-BE49-F238E27FC236}">
                  <a16:creationId xmlns:a16="http://schemas.microsoft.com/office/drawing/2014/main" id="{C9A4FAB6-47DC-B0E7-FD66-97FD942AA5EE}"/>
                </a:ext>
              </a:extLst>
            </p:cNvPr>
            <p:cNvSpPr/>
            <p:nvPr/>
          </p:nvSpPr>
          <p:spPr>
            <a:xfrm rot="10800000" flipH="1">
              <a:off x="7825159" y="-2514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2" name="Google Shape;462;p42">
            <a:extLst>
              <a:ext uri="{FF2B5EF4-FFF2-40B4-BE49-F238E27FC236}">
                <a16:creationId xmlns:a16="http://schemas.microsoft.com/office/drawing/2014/main" id="{03D9D56B-DFCE-E1C0-2F6C-8DFBCD8A901C}"/>
              </a:ext>
            </a:extLst>
          </p:cNvPr>
          <p:cNvSpPr txBox="1">
            <a:spLocks noGrp="1"/>
          </p:cNvSpPr>
          <p:nvPr>
            <p:ph type="title"/>
          </p:nvPr>
        </p:nvSpPr>
        <p:spPr>
          <a:xfrm>
            <a:off x="562833" y="445025"/>
            <a:ext cx="6140831"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IT" dirty="0">
                <a:latin typeface="Outfit" panose="020B0604020202020204" charset="0"/>
              </a:rPr>
              <a:t>Clustering multidimensionale</a:t>
            </a:r>
            <a:endParaRPr dirty="0">
              <a:latin typeface="Outfit" panose="020B0604020202020204" charset="0"/>
            </a:endParaRPr>
          </a:p>
        </p:txBody>
      </p:sp>
      <p:sp>
        <p:nvSpPr>
          <p:cNvPr id="463" name="Google Shape;463;p42">
            <a:extLst>
              <a:ext uri="{FF2B5EF4-FFF2-40B4-BE49-F238E27FC236}">
                <a16:creationId xmlns:a16="http://schemas.microsoft.com/office/drawing/2014/main" id="{C89E03AE-B28C-2AEC-BD28-1B905D92A397}"/>
              </a:ext>
            </a:extLst>
          </p:cNvPr>
          <p:cNvSpPr txBox="1">
            <a:spLocks noGrp="1"/>
          </p:cNvSpPr>
          <p:nvPr>
            <p:ph type="subTitle" idx="1"/>
          </p:nvPr>
        </p:nvSpPr>
        <p:spPr>
          <a:xfrm>
            <a:off x="725631" y="1264807"/>
            <a:ext cx="5121167" cy="3723960"/>
          </a:xfrm>
          <a:prstGeom prst="rect">
            <a:avLst/>
          </a:prstGeom>
        </p:spPr>
        <p:txBody>
          <a:bodyPr spcFirstLastPara="1" wrap="square" lIns="91425" tIns="91425" rIns="91425" bIns="91425" anchor="t" anchorCtr="0">
            <a:noAutofit/>
          </a:bodyPr>
          <a:lstStyle/>
          <a:p>
            <a:pPr marL="139700" indent="0">
              <a:spcBef>
                <a:spcPts val="1000"/>
              </a:spcBef>
              <a:buSzPts val="1400"/>
              <a:buNone/>
            </a:pPr>
            <a:r>
              <a:rPr lang="it-IT" dirty="0"/>
              <a:t>Per dissipare ogni dubbio si è tentato di individuare anche buoni cluster con più di 2 dimensioni, facendo questo, però, </a:t>
            </a:r>
            <a:r>
              <a:rPr lang="it-IT" b="1" dirty="0"/>
              <a:t>si è persa la capacità di rappresentazione grafica dei cluster</a:t>
            </a:r>
            <a:r>
              <a:rPr lang="it-IT" dirty="0"/>
              <a:t>.</a:t>
            </a:r>
          </a:p>
          <a:p>
            <a:pPr marL="139700" indent="0">
              <a:spcBef>
                <a:spcPts val="1000"/>
              </a:spcBef>
              <a:buSzPts val="1400"/>
              <a:buNone/>
            </a:pPr>
            <a:r>
              <a:rPr lang="it-IT" dirty="0"/>
              <a:t>Nello specifico:</a:t>
            </a:r>
          </a:p>
          <a:p>
            <a:pPr marL="139700" indent="0">
              <a:spcBef>
                <a:spcPts val="1000"/>
              </a:spcBef>
              <a:buSzPts val="1400"/>
              <a:buNone/>
            </a:pPr>
            <a:endParaRPr lang="it-IT" dirty="0"/>
          </a:p>
          <a:p>
            <a:pPr marL="139700" indent="0">
              <a:spcBef>
                <a:spcPts val="1000"/>
              </a:spcBef>
              <a:buSzPts val="1400"/>
              <a:buNone/>
            </a:pPr>
            <a:endParaRPr lang="it-IT" dirty="0"/>
          </a:p>
          <a:p>
            <a:pPr marL="139700" indent="0">
              <a:spcBef>
                <a:spcPts val="1000"/>
              </a:spcBef>
              <a:buSzPts val="1400"/>
              <a:buNone/>
            </a:pPr>
            <a:endParaRPr lang="it-IT" dirty="0"/>
          </a:p>
          <a:p>
            <a:pPr marL="139700" indent="0">
              <a:spcBef>
                <a:spcPts val="1000"/>
              </a:spcBef>
              <a:buSzPts val="1400"/>
              <a:buNone/>
            </a:pPr>
            <a:endParaRPr lang="it-IT" dirty="0"/>
          </a:p>
          <a:p>
            <a:pPr marL="139700" indent="0">
              <a:spcBef>
                <a:spcPts val="1000"/>
              </a:spcBef>
              <a:buSzPts val="1400"/>
              <a:buNone/>
            </a:pPr>
            <a:r>
              <a:rPr lang="it-IT" dirty="0"/>
              <a:t>Per valutare i cluster è stato calcolato il </a:t>
            </a:r>
            <a:r>
              <a:rPr lang="it-IT" b="1" dirty="0"/>
              <a:t>coef. di Silhouette medio</a:t>
            </a:r>
            <a:r>
              <a:rPr lang="it-IT" dirty="0"/>
              <a:t> per ogni configurazione.</a:t>
            </a:r>
          </a:p>
        </p:txBody>
      </p:sp>
      <p:pic>
        <p:nvPicPr>
          <p:cNvPr id="7" name="Immagine 6" descr="Immagine che contiene testo, schermata, Carattere, algebra&#10;&#10;Il contenuto generato dall'IA potrebbe non essere corretto.">
            <a:extLst>
              <a:ext uri="{FF2B5EF4-FFF2-40B4-BE49-F238E27FC236}">
                <a16:creationId xmlns:a16="http://schemas.microsoft.com/office/drawing/2014/main" id="{C47CB5B3-5A94-F1D1-4BA6-34C8558C2081}"/>
              </a:ext>
            </a:extLst>
          </p:cNvPr>
          <p:cNvPicPr>
            <a:picLocks noChangeAspect="1"/>
          </p:cNvPicPr>
          <p:nvPr/>
        </p:nvPicPr>
        <p:blipFill>
          <a:blip r:embed="rId3"/>
          <a:stretch>
            <a:fillRect/>
          </a:stretch>
        </p:blipFill>
        <p:spPr>
          <a:xfrm>
            <a:off x="964163" y="2871349"/>
            <a:ext cx="4871833" cy="1344863"/>
          </a:xfrm>
          <a:prstGeom prst="rect">
            <a:avLst/>
          </a:prstGeom>
        </p:spPr>
      </p:pic>
    </p:spTree>
    <p:extLst>
      <p:ext uri="{BB962C8B-B14F-4D97-AF65-F5344CB8AC3E}">
        <p14:creationId xmlns:p14="http://schemas.microsoft.com/office/powerpoint/2010/main" val="25450926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54">
          <a:extLst>
            <a:ext uri="{FF2B5EF4-FFF2-40B4-BE49-F238E27FC236}">
              <a16:creationId xmlns:a16="http://schemas.microsoft.com/office/drawing/2014/main" id="{8F46FA09-B2D4-848C-6981-DCA1FB1D2B29}"/>
            </a:ext>
          </a:extLst>
        </p:cNvPr>
        <p:cNvGrpSpPr/>
        <p:nvPr/>
      </p:nvGrpSpPr>
      <p:grpSpPr>
        <a:xfrm>
          <a:off x="0" y="0"/>
          <a:ext cx="0" cy="0"/>
          <a:chOff x="0" y="0"/>
          <a:chExt cx="0" cy="0"/>
        </a:xfrm>
      </p:grpSpPr>
      <p:pic>
        <p:nvPicPr>
          <p:cNvPr id="8" name="Immagine 7" descr="Immagine che contiene testo, diagramma, schermata, linea&#10;&#10;Il contenuto generato dall'IA potrebbe non essere corretto.">
            <a:extLst>
              <a:ext uri="{FF2B5EF4-FFF2-40B4-BE49-F238E27FC236}">
                <a16:creationId xmlns:a16="http://schemas.microsoft.com/office/drawing/2014/main" id="{5D873FA9-C7BF-DEB9-CBB9-6227619DDE4E}"/>
              </a:ext>
            </a:extLst>
          </p:cNvPr>
          <p:cNvPicPr>
            <a:picLocks noChangeAspect="1"/>
          </p:cNvPicPr>
          <p:nvPr/>
        </p:nvPicPr>
        <p:blipFill>
          <a:blip r:embed="rId3"/>
          <a:stretch>
            <a:fillRect/>
          </a:stretch>
        </p:blipFill>
        <p:spPr>
          <a:xfrm>
            <a:off x="337542" y="192886"/>
            <a:ext cx="8468915" cy="3806764"/>
          </a:xfrm>
          <a:prstGeom prst="rect">
            <a:avLst/>
          </a:prstGeom>
        </p:spPr>
      </p:pic>
      <p:sp>
        <p:nvSpPr>
          <p:cNvPr id="9" name="Google Shape;463;p42">
            <a:extLst>
              <a:ext uri="{FF2B5EF4-FFF2-40B4-BE49-F238E27FC236}">
                <a16:creationId xmlns:a16="http://schemas.microsoft.com/office/drawing/2014/main" id="{CE77F20B-944C-2ED5-DED4-018F34BA48A7}"/>
              </a:ext>
            </a:extLst>
          </p:cNvPr>
          <p:cNvSpPr txBox="1">
            <a:spLocks/>
          </p:cNvSpPr>
          <p:nvPr/>
        </p:nvSpPr>
        <p:spPr>
          <a:xfrm>
            <a:off x="1746644" y="4110791"/>
            <a:ext cx="5650709" cy="7683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1pPr>
            <a:lvl2pPr marL="914400" marR="0" lvl="1"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2pPr>
            <a:lvl3pPr marL="1371600" marR="0" lvl="2"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3pPr>
            <a:lvl4pPr marL="1828800" marR="0" lvl="3"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4pPr>
            <a:lvl5pPr marL="2286000" marR="0" lvl="4"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5pPr>
            <a:lvl6pPr marL="2743200" marR="0" lvl="5"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6pPr>
            <a:lvl7pPr marL="3200400" marR="0" lvl="6"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7pPr>
            <a:lvl8pPr marL="3657600" marR="0" lvl="7"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8pPr>
            <a:lvl9pPr marL="4114800" marR="0" lvl="8"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9pPr>
          </a:lstStyle>
          <a:p>
            <a:pPr marL="139700" indent="0">
              <a:spcBef>
                <a:spcPts val="1000"/>
              </a:spcBef>
            </a:pPr>
            <a:r>
              <a:rPr lang="it-IT" sz="1200" b="1" dirty="0">
                <a:solidFill>
                  <a:schemeClr val="accent1"/>
                </a:solidFill>
              </a:rPr>
              <a:t>NOTA</a:t>
            </a:r>
            <a:r>
              <a:rPr lang="it-IT" sz="1200" dirty="0"/>
              <a:t>. Il Silhouette medio più alto (0.28) si raggiunge con la configurazione:</a:t>
            </a:r>
          </a:p>
          <a:p>
            <a:pPr marL="311150" indent="-171450">
              <a:spcBef>
                <a:spcPts val="1000"/>
              </a:spcBef>
              <a:buFont typeface="Arial" panose="020B0604020202020204" pitchFamily="34" charset="0"/>
              <a:buChar char="•"/>
            </a:pPr>
            <a:r>
              <a:rPr lang="it-IT" sz="1200" dirty="0"/>
              <a:t>3 componenti per la K-PCA con 3 cluster per il K-</a:t>
            </a:r>
            <a:r>
              <a:rPr lang="it-IT" sz="1200" dirty="0" err="1"/>
              <a:t>means</a:t>
            </a:r>
            <a:endParaRPr lang="it-IT" sz="1200" dirty="0"/>
          </a:p>
        </p:txBody>
      </p:sp>
      <p:sp>
        <p:nvSpPr>
          <p:cNvPr id="10" name="Ovale 9">
            <a:extLst>
              <a:ext uri="{FF2B5EF4-FFF2-40B4-BE49-F238E27FC236}">
                <a16:creationId xmlns:a16="http://schemas.microsoft.com/office/drawing/2014/main" id="{64152F6E-D066-A4FC-6DC7-3F677FF5995E}"/>
              </a:ext>
            </a:extLst>
          </p:cNvPr>
          <p:cNvSpPr>
            <a:spLocks noGrp="1" noRot="1" noMove="1" noResize="1" noEditPoints="1" noAdjustHandles="1" noChangeArrowheads="1" noChangeShapeType="1"/>
          </p:cNvSpPr>
          <p:nvPr/>
        </p:nvSpPr>
        <p:spPr>
          <a:xfrm>
            <a:off x="3793331" y="1664494"/>
            <a:ext cx="185738" cy="171450"/>
          </a:xfrm>
          <a:prstGeom prst="ellipse">
            <a:avLst/>
          </a:prstGeom>
          <a:no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it-IT"/>
          </a:p>
        </p:txBody>
      </p:sp>
    </p:spTree>
    <p:extLst>
      <p:ext uri="{BB962C8B-B14F-4D97-AF65-F5344CB8AC3E}">
        <p14:creationId xmlns:p14="http://schemas.microsoft.com/office/powerpoint/2010/main" val="15961777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61">
          <a:extLst>
            <a:ext uri="{FF2B5EF4-FFF2-40B4-BE49-F238E27FC236}">
              <a16:creationId xmlns:a16="http://schemas.microsoft.com/office/drawing/2014/main" id="{B67AFB0C-49EE-873C-660D-8D2445C39AFD}"/>
            </a:ext>
          </a:extLst>
        </p:cNvPr>
        <p:cNvGrpSpPr/>
        <p:nvPr/>
      </p:nvGrpSpPr>
      <p:grpSpPr>
        <a:xfrm>
          <a:off x="0" y="0"/>
          <a:ext cx="0" cy="0"/>
          <a:chOff x="0" y="0"/>
          <a:chExt cx="0" cy="0"/>
        </a:xfrm>
      </p:grpSpPr>
      <p:grpSp>
        <p:nvGrpSpPr>
          <p:cNvPr id="464" name="Google Shape;464;p42">
            <a:extLst>
              <a:ext uri="{FF2B5EF4-FFF2-40B4-BE49-F238E27FC236}">
                <a16:creationId xmlns:a16="http://schemas.microsoft.com/office/drawing/2014/main" id="{53A1FB99-B3DB-7531-7CD2-A201C7401E7E}"/>
              </a:ext>
            </a:extLst>
          </p:cNvPr>
          <p:cNvGrpSpPr/>
          <p:nvPr/>
        </p:nvGrpSpPr>
        <p:grpSpPr>
          <a:xfrm>
            <a:off x="5416642" y="-460659"/>
            <a:ext cx="4086563" cy="6064817"/>
            <a:chOff x="5430930" y="-445784"/>
            <a:chExt cx="4086563" cy="6064817"/>
          </a:xfrm>
        </p:grpSpPr>
        <p:sp>
          <p:nvSpPr>
            <p:cNvPr id="465" name="Google Shape;465;p42">
              <a:extLst>
                <a:ext uri="{FF2B5EF4-FFF2-40B4-BE49-F238E27FC236}">
                  <a16:creationId xmlns:a16="http://schemas.microsoft.com/office/drawing/2014/main" id="{A128CCFB-8045-C0EA-24C4-DC56A1C741EB}"/>
                </a:ext>
              </a:extLst>
            </p:cNvPr>
            <p:cNvSpPr/>
            <p:nvPr/>
          </p:nvSpPr>
          <p:spPr>
            <a:xfrm>
              <a:off x="7368520" y="98876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42">
              <a:extLst>
                <a:ext uri="{FF2B5EF4-FFF2-40B4-BE49-F238E27FC236}">
                  <a16:creationId xmlns:a16="http://schemas.microsoft.com/office/drawing/2014/main" id="{072AF483-C904-7FFE-A11A-80F7D86D78CA}"/>
                </a:ext>
              </a:extLst>
            </p:cNvPr>
            <p:cNvSpPr/>
            <p:nvPr/>
          </p:nvSpPr>
          <p:spPr>
            <a:xfrm rot="10800000" flipH="1">
              <a:off x="6036409" y="19621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42">
              <a:extLst>
                <a:ext uri="{FF2B5EF4-FFF2-40B4-BE49-F238E27FC236}">
                  <a16:creationId xmlns:a16="http://schemas.microsoft.com/office/drawing/2014/main" id="{D59CCA28-5FD3-5161-53A6-870C4AD631E7}"/>
                </a:ext>
              </a:extLst>
            </p:cNvPr>
            <p:cNvSpPr/>
            <p:nvPr/>
          </p:nvSpPr>
          <p:spPr>
            <a:xfrm>
              <a:off x="7309474" y="21661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42">
              <a:extLst>
                <a:ext uri="{FF2B5EF4-FFF2-40B4-BE49-F238E27FC236}">
                  <a16:creationId xmlns:a16="http://schemas.microsoft.com/office/drawing/2014/main" id="{7F58997A-403D-D59F-78AB-361540A03D80}"/>
                </a:ext>
              </a:extLst>
            </p:cNvPr>
            <p:cNvSpPr/>
            <p:nvPr/>
          </p:nvSpPr>
          <p:spPr>
            <a:xfrm>
              <a:off x="6269702" y="-4457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42">
              <a:extLst>
                <a:ext uri="{FF2B5EF4-FFF2-40B4-BE49-F238E27FC236}">
                  <a16:creationId xmlns:a16="http://schemas.microsoft.com/office/drawing/2014/main" id="{7259AC1D-CD17-D411-0A59-B7087F7F4429}"/>
                </a:ext>
              </a:extLst>
            </p:cNvPr>
            <p:cNvSpPr/>
            <p:nvPr/>
          </p:nvSpPr>
          <p:spPr>
            <a:xfrm>
              <a:off x="5830483" y="42158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42">
              <a:extLst>
                <a:ext uri="{FF2B5EF4-FFF2-40B4-BE49-F238E27FC236}">
                  <a16:creationId xmlns:a16="http://schemas.microsoft.com/office/drawing/2014/main" id="{FCC0992D-B42F-2EB0-8238-4C9B9A86D395}"/>
                </a:ext>
              </a:extLst>
            </p:cNvPr>
            <p:cNvSpPr/>
            <p:nvPr/>
          </p:nvSpPr>
          <p:spPr>
            <a:xfrm>
              <a:off x="6269683" y="133254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42">
              <a:extLst>
                <a:ext uri="{FF2B5EF4-FFF2-40B4-BE49-F238E27FC236}">
                  <a16:creationId xmlns:a16="http://schemas.microsoft.com/office/drawing/2014/main" id="{0D493DEE-347B-FED3-411A-F76B14F15227}"/>
                </a:ext>
              </a:extLst>
            </p:cNvPr>
            <p:cNvSpPr/>
            <p:nvPr/>
          </p:nvSpPr>
          <p:spPr>
            <a:xfrm>
              <a:off x="8430764" y="23422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42">
              <a:extLst>
                <a:ext uri="{FF2B5EF4-FFF2-40B4-BE49-F238E27FC236}">
                  <a16:creationId xmlns:a16="http://schemas.microsoft.com/office/drawing/2014/main" id="{E58ADE66-E67B-C81E-ABF6-6EC9BB0E4F58}"/>
                </a:ext>
              </a:extLst>
            </p:cNvPr>
            <p:cNvSpPr/>
            <p:nvPr/>
          </p:nvSpPr>
          <p:spPr>
            <a:xfrm>
              <a:off x="7309467" y="261820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42">
              <a:extLst>
                <a:ext uri="{FF2B5EF4-FFF2-40B4-BE49-F238E27FC236}">
                  <a16:creationId xmlns:a16="http://schemas.microsoft.com/office/drawing/2014/main" id="{2742E7BB-63D5-B197-6E38-C360061F3299}"/>
                </a:ext>
              </a:extLst>
            </p:cNvPr>
            <p:cNvSpPr/>
            <p:nvPr/>
          </p:nvSpPr>
          <p:spPr>
            <a:xfrm>
              <a:off x="7962441" y="131801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42">
              <a:extLst>
                <a:ext uri="{FF2B5EF4-FFF2-40B4-BE49-F238E27FC236}">
                  <a16:creationId xmlns:a16="http://schemas.microsoft.com/office/drawing/2014/main" id="{277E2864-ACE7-83BF-65BE-58BD8E936177}"/>
                </a:ext>
              </a:extLst>
            </p:cNvPr>
            <p:cNvSpPr/>
            <p:nvPr/>
          </p:nvSpPr>
          <p:spPr>
            <a:xfrm rot="10800000" flipH="1">
              <a:off x="6351880" y="311086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42">
              <a:extLst>
                <a:ext uri="{FF2B5EF4-FFF2-40B4-BE49-F238E27FC236}">
                  <a16:creationId xmlns:a16="http://schemas.microsoft.com/office/drawing/2014/main" id="{F8BBBCE1-CCF3-20BB-3774-1198B14FADE3}"/>
                </a:ext>
              </a:extLst>
            </p:cNvPr>
            <p:cNvSpPr/>
            <p:nvPr/>
          </p:nvSpPr>
          <p:spPr>
            <a:xfrm rot="10800000" flipH="1">
              <a:off x="6790284" y="354856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42">
              <a:extLst>
                <a:ext uri="{FF2B5EF4-FFF2-40B4-BE49-F238E27FC236}">
                  <a16:creationId xmlns:a16="http://schemas.microsoft.com/office/drawing/2014/main" id="{F890EAEB-9CB7-262A-8DF8-4DCA360CF320}"/>
                </a:ext>
              </a:extLst>
            </p:cNvPr>
            <p:cNvSpPr/>
            <p:nvPr/>
          </p:nvSpPr>
          <p:spPr>
            <a:xfrm rot="10800000" flipH="1">
              <a:off x="5430930" y="465091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42">
              <a:extLst>
                <a:ext uri="{FF2B5EF4-FFF2-40B4-BE49-F238E27FC236}">
                  <a16:creationId xmlns:a16="http://schemas.microsoft.com/office/drawing/2014/main" id="{4B0384CD-A94E-D550-15C6-E3BD4616F7AA}"/>
                </a:ext>
              </a:extLst>
            </p:cNvPr>
            <p:cNvSpPr/>
            <p:nvPr/>
          </p:nvSpPr>
          <p:spPr>
            <a:xfrm>
              <a:off x="8678783" y="266882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42">
              <a:extLst>
                <a:ext uri="{FF2B5EF4-FFF2-40B4-BE49-F238E27FC236}">
                  <a16:creationId xmlns:a16="http://schemas.microsoft.com/office/drawing/2014/main" id="{EAA931EE-438D-7D6A-889F-D56713F02F62}"/>
                </a:ext>
              </a:extLst>
            </p:cNvPr>
            <p:cNvSpPr/>
            <p:nvPr/>
          </p:nvSpPr>
          <p:spPr>
            <a:xfrm>
              <a:off x="8430773" y="22359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42">
              <a:extLst>
                <a:ext uri="{FF2B5EF4-FFF2-40B4-BE49-F238E27FC236}">
                  <a16:creationId xmlns:a16="http://schemas.microsoft.com/office/drawing/2014/main" id="{1A548824-48D4-88EE-51E9-5B05357154A3}"/>
                </a:ext>
              </a:extLst>
            </p:cNvPr>
            <p:cNvSpPr/>
            <p:nvPr/>
          </p:nvSpPr>
          <p:spPr>
            <a:xfrm rot="10800000" flipH="1">
              <a:off x="8119787" y="363695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42">
              <a:extLst>
                <a:ext uri="{FF2B5EF4-FFF2-40B4-BE49-F238E27FC236}">
                  <a16:creationId xmlns:a16="http://schemas.microsoft.com/office/drawing/2014/main" id="{27FA0F20-AB0D-0CA4-6B68-B0E51B6D11EC}"/>
                </a:ext>
              </a:extLst>
            </p:cNvPr>
            <p:cNvSpPr/>
            <p:nvPr/>
          </p:nvSpPr>
          <p:spPr>
            <a:xfrm rot="10800000" flipH="1">
              <a:off x="7697255" y="411247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42">
              <a:extLst>
                <a:ext uri="{FF2B5EF4-FFF2-40B4-BE49-F238E27FC236}">
                  <a16:creationId xmlns:a16="http://schemas.microsoft.com/office/drawing/2014/main" id="{59FDA11B-27F4-AA64-ACE0-A194F9082397}"/>
                </a:ext>
              </a:extLst>
            </p:cNvPr>
            <p:cNvSpPr/>
            <p:nvPr/>
          </p:nvSpPr>
          <p:spPr>
            <a:xfrm>
              <a:off x="6628072" y="11249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42">
              <a:extLst>
                <a:ext uri="{FF2B5EF4-FFF2-40B4-BE49-F238E27FC236}">
                  <a16:creationId xmlns:a16="http://schemas.microsoft.com/office/drawing/2014/main" id="{779624E3-600E-145A-55CC-8049882F63F5}"/>
                </a:ext>
              </a:extLst>
            </p:cNvPr>
            <p:cNvSpPr/>
            <p:nvPr/>
          </p:nvSpPr>
          <p:spPr>
            <a:xfrm rot="10800000" flipH="1">
              <a:off x="7825159" y="-2514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2" name="Google Shape;462;p42">
            <a:extLst>
              <a:ext uri="{FF2B5EF4-FFF2-40B4-BE49-F238E27FC236}">
                <a16:creationId xmlns:a16="http://schemas.microsoft.com/office/drawing/2014/main" id="{11954387-C75D-616F-4D02-9D297A9ABE3A}"/>
              </a:ext>
            </a:extLst>
          </p:cNvPr>
          <p:cNvSpPr txBox="1">
            <a:spLocks noGrp="1"/>
          </p:cNvSpPr>
          <p:nvPr>
            <p:ph type="title"/>
          </p:nvPr>
        </p:nvSpPr>
        <p:spPr>
          <a:xfrm>
            <a:off x="562833" y="445025"/>
            <a:ext cx="6140831"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IT" dirty="0">
                <a:latin typeface="Outfit" panose="020B0604020202020204" charset="0"/>
              </a:rPr>
              <a:t>Kernel_PCA &amp; K-</a:t>
            </a:r>
            <a:r>
              <a:rPr lang="it-IT" dirty="0" err="1">
                <a:latin typeface="Outfit" panose="020B0604020202020204" charset="0"/>
              </a:rPr>
              <a:t>means</a:t>
            </a:r>
            <a:endParaRPr dirty="0">
              <a:latin typeface="Outfit" panose="020B0604020202020204" charset="0"/>
            </a:endParaRPr>
          </a:p>
        </p:txBody>
      </p:sp>
      <p:sp>
        <p:nvSpPr>
          <p:cNvPr id="463" name="Google Shape;463;p42">
            <a:extLst>
              <a:ext uri="{FF2B5EF4-FFF2-40B4-BE49-F238E27FC236}">
                <a16:creationId xmlns:a16="http://schemas.microsoft.com/office/drawing/2014/main" id="{63BCB7B9-A33C-136B-CB9E-894BFFCA3086}"/>
              </a:ext>
            </a:extLst>
          </p:cNvPr>
          <p:cNvSpPr txBox="1">
            <a:spLocks noGrp="1"/>
          </p:cNvSpPr>
          <p:nvPr>
            <p:ph type="subTitle" idx="1"/>
          </p:nvPr>
        </p:nvSpPr>
        <p:spPr>
          <a:xfrm>
            <a:off x="725631" y="1264807"/>
            <a:ext cx="4969473" cy="3592943"/>
          </a:xfrm>
          <a:prstGeom prst="rect">
            <a:avLst/>
          </a:prstGeom>
        </p:spPr>
        <p:txBody>
          <a:bodyPr spcFirstLastPara="1" wrap="square" lIns="91425" tIns="91425" rIns="91425" bIns="91425" anchor="t" anchorCtr="0">
            <a:noAutofit/>
          </a:bodyPr>
          <a:lstStyle/>
          <a:p>
            <a:pPr marL="139700" indent="0">
              <a:spcBef>
                <a:spcPts val="1000"/>
              </a:spcBef>
              <a:buSzPts val="1400"/>
              <a:buNone/>
            </a:pPr>
            <a:r>
              <a:rPr lang="it-IT" dirty="0"/>
              <a:t>È possibile notare che (con la K-PCA) rispetto alle 2 dimensioni analizzate inizialmente, le istanze si dispongono in maniera più confusionaria. Il coef. di Silhouette scende da 0.99 a 0.28.</a:t>
            </a:r>
          </a:p>
          <a:p>
            <a:pPr marL="139700" indent="0">
              <a:spcBef>
                <a:spcPts val="1000"/>
              </a:spcBef>
              <a:buSzPts val="1400"/>
              <a:buNone/>
            </a:pPr>
            <a:r>
              <a:rPr lang="it-IT" dirty="0"/>
              <a:t>Questo però è anche indice del fatto che </a:t>
            </a:r>
            <a:r>
              <a:rPr lang="it-IT" u="sng" dirty="0"/>
              <a:t>è possibile riconoscere 3 raggruppamenti con all’interno un numero corposo di istanze</a:t>
            </a:r>
            <a:r>
              <a:rPr lang="it-IT" dirty="0"/>
              <a:t>, a differenza dei 3 gruppi visibilmente separati della K-PCA con 2 dimensioni.</a:t>
            </a:r>
          </a:p>
          <a:p>
            <a:pPr marL="139700" indent="0">
              <a:spcBef>
                <a:spcPts val="1000"/>
              </a:spcBef>
              <a:buSzPts val="1400"/>
              <a:buNone/>
            </a:pPr>
            <a:endParaRPr lang="it-IT" dirty="0"/>
          </a:p>
          <a:p>
            <a:pPr marL="139700" indent="0">
              <a:spcBef>
                <a:spcPts val="1000"/>
              </a:spcBef>
              <a:buSzPts val="1400"/>
              <a:buNone/>
            </a:pPr>
            <a:r>
              <a:rPr lang="it-IT" b="1" dirty="0">
                <a:solidFill>
                  <a:schemeClr val="accent1"/>
                </a:solidFill>
              </a:rPr>
              <a:t>NOTA:</a:t>
            </a:r>
            <a:r>
              <a:rPr lang="it-IT" dirty="0"/>
              <a:t> Seppur si possa reputare questa configurazione migliore della precedente, il coef. di Silhouette non supera comunque quello ottenuto con UMAP+DBSCAN.</a:t>
            </a:r>
          </a:p>
        </p:txBody>
      </p:sp>
    </p:spTree>
    <p:extLst>
      <p:ext uri="{BB962C8B-B14F-4D97-AF65-F5344CB8AC3E}">
        <p14:creationId xmlns:p14="http://schemas.microsoft.com/office/powerpoint/2010/main" val="8098839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28">
          <a:extLst>
            <a:ext uri="{FF2B5EF4-FFF2-40B4-BE49-F238E27FC236}">
              <a16:creationId xmlns:a16="http://schemas.microsoft.com/office/drawing/2014/main" id="{F98A5696-CDBC-FF09-ADA2-85297EA2189B}"/>
            </a:ext>
          </a:extLst>
        </p:cNvPr>
        <p:cNvGrpSpPr/>
        <p:nvPr/>
      </p:nvGrpSpPr>
      <p:grpSpPr>
        <a:xfrm>
          <a:off x="0" y="0"/>
          <a:ext cx="0" cy="0"/>
          <a:chOff x="0" y="0"/>
          <a:chExt cx="0" cy="0"/>
        </a:xfrm>
      </p:grpSpPr>
      <p:sp>
        <p:nvSpPr>
          <p:cNvPr id="429" name="Google Shape;429;p40">
            <a:extLst>
              <a:ext uri="{FF2B5EF4-FFF2-40B4-BE49-F238E27FC236}">
                <a16:creationId xmlns:a16="http://schemas.microsoft.com/office/drawing/2014/main" id="{19B62EE1-92ED-BF55-39E2-21FC8316D5AC}"/>
              </a:ext>
            </a:extLst>
          </p:cNvPr>
          <p:cNvSpPr txBox="1">
            <a:spLocks noGrp="1"/>
          </p:cNvSpPr>
          <p:nvPr>
            <p:ph type="title"/>
          </p:nvPr>
        </p:nvSpPr>
        <p:spPr>
          <a:xfrm>
            <a:off x="713224" y="2384249"/>
            <a:ext cx="4751717" cy="150516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it-IT" dirty="0"/>
              <a:t>Regole di associazione</a:t>
            </a:r>
            <a:endParaRPr dirty="0"/>
          </a:p>
        </p:txBody>
      </p:sp>
      <p:sp>
        <p:nvSpPr>
          <p:cNvPr id="430" name="Google Shape;430;p40">
            <a:extLst>
              <a:ext uri="{FF2B5EF4-FFF2-40B4-BE49-F238E27FC236}">
                <a16:creationId xmlns:a16="http://schemas.microsoft.com/office/drawing/2014/main" id="{757E0AEE-6459-31EA-13ED-B589D1C69B7A}"/>
              </a:ext>
            </a:extLst>
          </p:cNvPr>
          <p:cNvSpPr txBox="1">
            <a:spLocks noGrp="1"/>
          </p:cNvSpPr>
          <p:nvPr>
            <p:ph type="title" idx="2"/>
          </p:nvPr>
        </p:nvSpPr>
        <p:spPr>
          <a:xfrm>
            <a:off x="713225" y="1468350"/>
            <a:ext cx="1264200" cy="91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04</a:t>
            </a:r>
            <a:endParaRPr dirty="0"/>
          </a:p>
        </p:txBody>
      </p:sp>
      <p:grpSp>
        <p:nvGrpSpPr>
          <p:cNvPr id="432" name="Google Shape;432;p40">
            <a:extLst>
              <a:ext uri="{FF2B5EF4-FFF2-40B4-BE49-F238E27FC236}">
                <a16:creationId xmlns:a16="http://schemas.microsoft.com/office/drawing/2014/main" id="{54A55083-0A1E-FA7B-B13A-09DBA4C2B414}"/>
              </a:ext>
            </a:extLst>
          </p:cNvPr>
          <p:cNvGrpSpPr/>
          <p:nvPr/>
        </p:nvGrpSpPr>
        <p:grpSpPr>
          <a:xfrm>
            <a:off x="5104880" y="-153372"/>
            <a:ext cx="4218588" cy="6000577"/>
            <a:chOff x="5104880" y="-153372"/>
            <a:chExt cx="4218588" cy="6000577"/>
          </a:xfrm>
        </p:grpSpPr>
        <p:sp>
          <p:nvSpPr>
            <p:cNvPr id="433" name="Google Shape;433;p40">
              <a:extLst>
                <a:ext uri="{FF2B5EF4-FFF2-40B4-BE49-F238E27FC236}">
                  <a16:creationId xmlns:a16="http://schemas.microsoft.com/office/drawing/2014/main" id="{628005EC-A4A0-5652-0345-4C59BBDDA1F7}"/>
                </a:ext>
              </a:extLst>
            </p:cNvPr>
            <p:cNvSpPr/>
            <p:nvPr/>
          </p:nvSpPr>
          <p:spPr>
            <a:xfrm>
              <a:off x="7074911" y="254737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40">
              <a:extLst>
                <a:ext uri="{FF2B5EF4-FFF2-40B4-BE49-F238E27FC236}">
                  <a16:creationId xmlns:a16="http://schemas.microsoft.com/office/drawing/2014/main" id="{312E95EE-A4EE-4E95-033F-2F55A1258BC1}"/>
                </a:ext>
              </a:extLst>
            </p:cNvPr>
            <p:cNvSpPr/>
            <p:nvPr/>
          </p:nvSpPr>
          <p:spPr>
            <a:xfrm>
              <a:off x="7026089" y="-1533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40">
              <a:extLst>
                <a:ext uri="{FF2B5EF4-FFF2-40B4-BE49-F238E27FC236}">
                  <a16:creationId xmlns:a16="http://schemas.microsoft.com/office/drawing/2014/main" id="{937B4958-3C6D-996C-603E-833B5312F11E}"/>
                </a:ext>
              </a:extLst>
            </p:cNvPr>
            <p:cNvSpPr/>
            <p:nvPr/>
          </p:nvSpPr>
          <p:spPr>
            <a:xfrm>
              <a:off x="6606684" y="31846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40">
              <a:extLst>
                <a:ext uri="{FF2B5EF4-FFF2-40B4-BE49-F238E27FC236}">
                  <a16:creationId xmlns:a16="http://schemas.microsoft.com/office/drawing/2014/main" id="{58B54CE9-4070-0456-844A-A763EAA02B7C}"/>
                </a:ext>
              </a:extLst>
            </p:cNvPr>
            <p:cNvSpPr/>
            <p:nvPr/>
          </p:nvSpPr>
          <p:spPr>
            <a:xfrm>
              <a:off x="6138958" y="13708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40">
              <a:extLst>
                <a:ext uri="{FF2B5EF4-FFF2-40B4-BE49-F238E27FC236}">
                  <a16:creationId xmlns:a16="http://schemas.microsoft.com/office/drawing/2014/main" id="{FDF21CC5-A24A-7D71-25FE-EAF6CD12606B}"/>
                </a:ext>
              </a:extLst>
            </p:cNvPr>
            <p:cNvSpPr/>
            <p:nvPr/>
          </p:nvSpPr>
          <p:spPr>
            <a:xfrm>
              <a:off x="5732458" y="87452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40">
              <a:extLst>
                <a:ext uri="{FF2B5EF4-FFF2-40B4-BE49-F238E27FC236}">
                  <a16:creationId xmlns:a16="http://schemas.microsoft.com/office/drawing/2014/main" id="{5EB94146-9551-8844-9964-6885ECB8FA98}"/>
                </a:ext>
              </a:extLst>
            </p:cNvPr>
            <p:cNvSpPr/>
            <p:nvPr/>
          </p:nvSpPr>
          <p:spPr>
            <a:xfrm>
              <a:off x="7480889" y="98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40">
              <a:extLst>
                <a:ext uri="{FF2B5EF4-FFF2-40B4-BE49-F238E27FC236}">
                  <a16:creationId xmlns:a16="http://schemas.microsoft.com/office/drawing/2014/main" id="{5F6DDD8B-EFAF-6152-62CB-AFF1356333A2}"/>
                </a:ext>
              </a:extLst>
            </p:cNvPr>
            <p:cNvSpPr/>
            <p:nvPr/>
          </p:nvSpPr>
          <p:spPr>
            <a:xfrm>
              <a:off x="7074904" y="207505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40">
              <a:extLst>
                <a:ext uri="{FF2B5EF4-FFF2-40B4-BE49-F238E27FC236}">
                  <a16:creationId xmlns:a16="http://schemas.microsoft.com/office/drawing/2014/main" id="{077C3BB4-7F8C-73A9-06B0-6D3BC90500FC}"/>
                </a:ext>
              </a:extLst>
            </p:cNvPr>
            <p:cNvSpPr/>
            <p:nvPr/>
          </p:nvSpPr>
          <p:spPr>
            <a:xfrm>
              <a:off x="7962441" y="140407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40">
              <a:extLst>
                <a:ext uri="{FF2B5EF4-FFF2-40B4-BE49-F238E27FC236}">
                  <a16:creationId xmlns:a16="http://schemas.microsoft.com/office/drawing/2014/main" id="{85A0F938-69CE-34C1-7CCA-6A2678DE9B79}"/>
                </a:ext>
              </a:extLst>
            </p:cNvPr>
            <p:cNvSpPr/>
            <p:nvPr/>
          </p:nvSpPr>
          <p:spPr>
            <a:xfrm rot="10800000" flipH="1">
              <a:off x="6036087" y="312497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40">
              <a:extLst>
                <a:ext uri="{FF2B5EF4-FFF2-40B4-BE49-F238E27FC236}">
                  <a16:creationId xmlns:a16="http://schemas.microsoft.com/office/drawing/2014/main" id="{59B3622C-BADF-B878-2015-8F68A9B912E4}"/>
                </a:ext>
              </a:extLst>
            </p:cNvPr>
            <p:cNvSpPr/>
            <p:nvPr/>
          </p:nvSpPr>
          <p:spPr>
            <a:xfrm rot="10800000" flipH="1">
              <a:off x="6355205" y="41020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40">
              <a:extLst>
                <a:ext uri="{FF2B5EF4-FFF2-40B4-BE49-F238E27FC236}">
                  <a16:creationId xmlns:a16="http://schemas.microsoft.com/office/drawing/2014/main" id="{24DFF0EE-CBE9-9F43-10D5-9759EA55D1EE}"/>
                </a:ext>
              </a:extLst>
            </p:cNvPr>
            <p:cNvSpPr/>
            <p:nvPr/>
          </p:nvSpPr>
          <p:spPr>
            <a:xfrm rot="10800000" flipH="1">
              <a:off x="5732459" y="48790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40">
              <a:extLst>
                <a:ext uri="{FF2B5EF4-FFF2-40B4-BE49-F238E27FC236}">
                  <a16:creationId xmlns:a16="http://schemas.microsoft.com/office/drawing/2014/main" id="{5337CACB-A1DC-935C-EB96-D94237D0E4C9}"/>
                </a:ext>
              </a:extLst>
            </p:cNvPr>
            <p:cNvSpPr/>
            <p:nvPr/>
          </p:nvSpPr>
          <p:spPr>
            <a:xfrm rot="10800000" flipH="1">
              <a:off x="6683197" y="351549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40">
              <a:extLst>
                <a:ext uri="{FF2B5EF4-FFF2-40B4-BE49-F238E27FC236}">
                  <a16:creationId xmlns:a16="http://schemas.microsoft.com/office/drawing/2014/main" id="{0F532190-D924-6495-ECF8-5EC4393DFBF8}"/>
                </a:ext>
              </a:extLst>
            </p:cNvPr>
            <p:cNvSpPr/>
            <p:nvPr/>
          </p:nvSpPr>
          <p:spPr>
            <a:xfrm rot="10800000" flipH="1">
              <a:off x="5104880" y="443452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40">
              <a:extLst>
                <a:ext uri="{FF2B5EF4-FFF2-40B4-BE49-F238E27FC236}">
                  <a16:creationId xmlns:a16="http://schemas.microsoft.com/office/drawing/2014/main" id="{42A0CB0C-53C3-8F97-66A3-FD4FA6FC50FB}"/>
                </a:ext>
              </a:extLst>
            </p:cNvPr>
            <p:cNvSpPr/>
            <p:nvPr/>
          </p:nvSpPr>
          <p:spPr>
            <a:xfrm>
              <a:off x="8484758" y="243811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40">
              <a:extLst>
                <a:ext uri="{FF2B5EF4-FFF2-40B4-BE49-F238E27FC236}">
                  <a16:creationId xmlns:a16="http://schemas.microsoft.com/office/drawing/2014/main" id="{B2B53CDB-07CC-06C6-641F-828DE79C82BF}"/>
                </a:ext>
              </a:extLst>
            </p:cNvPr>
            <p:cNvSpPr/>
            <p:nvPr/>
          </p:nvSpPr>
          <p:spPr>
            <a:xfrm>
              <a:off x="8038260" y="29212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0">
              <a:extLst>
                <a:ext uri="{FF2B5EF4-FFF2-40B4-BE49-F238E27FC236}">
                  <a16:creationId xmlns:a16="http://schemas.microsoft.com/office/drawing/2014/main" id="{5D659B04-8D5A-F19E-0A3C-D24F0E4205AF}"/>
                </a:ext>
              </a:extLst>
            </p:cNvPr>
            <p:cNvSpPr/>
            <p:nvPr/>
          </p:nvSpPr>
          <p:spPr>
            <a:xfrm rot="10800000" flipH="1">
              <a:off x="7853362" y="396220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0">
              <a:extLst>
                <a:ext uri="{FF2B5EF4-FFF2-40B4-BE49-F238E27FC236}">
                  <a16:creationId xmlns:a16="http://schemas.microsoft.com/office/drawing/2014/main" id="{8CC48410-B391-E687-61EC-031AD0EFE442}"/>
                </a:ext>
              </a:extLst>
            </p:cNvPr>
            <p:cNvSpPr/>
            <p:nvPr/>
          </p:nvSpPr>
          <p:spPr>
            <a:xfrm rot="10800000" flipH="1">
              <a:off x="8261505" y="443452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50" name="Google Shape;450;p40">
            <a:extLst>
              <a:ext uri="{FF2B5EF4-FFF2-40B4-BE49-F238E27FC236}">
                <a16:creationId xmlns:a16="http://schemas.microsoft.com/office/drawing/2014/main" id="{E56DC54B-42A0-1401-AA3B-B8731F022E25}"/>
              </a:ext>
            </a:extLst>
          </p:cNvPr>
          <p:cNvCxnSpPr/>
          <p:nvPr/>
        </p:nvCxnSpPr>
        <p:spPr>
          <a:xfrm>
            <a:off x="841250" y="1385850"/>
            <a:ext cx="373500" cy="0"/>
          </a:xfrm>
          <a:prstGeom prst="straightConnector1">
            <a:avLst/>
          </a:prstGeom>
          <a:noFill/>
          <a:ln w="19050"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908238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02">
          <a:extLst>
            <a:ext uri="{FF2B5EF4-FFF2-40B4-BE49-F238E27FC236}">
              <a16:creationId xmlns:a16="http://schemas.microsoft.com/office/drawing/2014/main" id="{A895AEC6-90EE-3FFC-5670-D7D0D8A76249}"/>
            </a:ext>
          </a:extLst>
        </p:cNvPr>
        <p:cNvGrpSpPr/>
        <p:nvPr/>
      </p:nvGrpSpPr>
      <p:grpSpPr>
        <a:xfrm>
          <a:off x="0" y="0"/>
          <a:ext cx="0" cy="0"/>
          <a:chOff x="0" y="0"/>
          <a:chExt cx="0" cy="0"/>
        </a:xfrm>
      </p:grpSpPr>
      <p:grpSp>
        <p:nvGrpSpPr>
          <p:cNvPr id="15" name="Google Shape;1286;p71">
            <a:extLst>
              <a:ext uri="{FF2B5EF4-FFF2-40B4-BE49-F238E27FC236}">
                <a16:creationId xmlns:a16="http://schemas.microsoft.com/office/drawing/2014/main" id="{A1C70A6B-2150-2A7C-7F72-7E2BE98B8D77}"/>
              </a:ext>
            </a:extLst>
          </p:cNvPr>
          <p:cNvGrpSpPr/>
          <p:nvPr/>
        </p:nvGrpSpPr>
        <p:grpSpPr>
          <a:xfrm>
            <a:off x="6923753" y="1788576"/>
            <a:ext cx="391048" cy="392133"/>
            <a:chOff x="1363817" y="3315312"/>
            <a:chExt cx="391048" cy="392133"/>
          </a:xfrm>
        </p:grpSpPr>
        <p:sp>
          <p:nvSpPr>
            <p:cNvPr id="16" name="Google Shape;1287;p71">
              <a:extLst>
                <a:ext uri="{FF2B5EF4-FFF2-40B4-BE49-F238E27FC236}">
                  <a16:creationId xmlns:a16="http://schemas.microsoft.com/office/drawing/2014/main" id="{EBD0D255-AC20-A326-67B1-8E8925390012}"/>
                </a:ext>
              </a:extLst>
            </p:cNvPr>
            <p:cNvSpPr/>
            <p:nvPr/>
          </p:nvSpPr>
          <p:spPr>
            <a:xfrm>
              <a:off x="1363817" y="3315312"/>
              <a:ext cx="391048" cy="392133"/>
            </a:xfrm>
            <a:custGeom>
              <a:avLst/>
              <a:gdLst/>
              <a:ahLst/>
              <a:cxnLst/>
              <a:rect l="l" t="t" r="r" b="b"/>
              <a:pathLst>
                <a:path w="17303" h="17351" extrusionOk="0">
                  <a:moveTo>
                    <a:pt x="6447" y="1018"/>
                  </a:moveTo>
                  <a:lnTo>
                    <a:pt x="6786" y="1067"/>
                  </a:lnTo>
                  <a:lnTo>
                    <a:pt x="7125" y="1163"/>
                  </a:lnTo>
                  <a:lnTo>
                    <a:pt x="7416" y="1309"/>
                  </a:lnTo>
                  <a:lnTo>
                    <a:pt x="7658" y="1503"/>
                  </a:lnTo>
                  <a:lnTo>
                    <a:pt x="7852" y="1745"/>
                  </a:lnTo>
                  <a:lnTo>
                    <a:pt x="7998" y="2036"/>
                  </a:lnTo>
                  <a:lnTo>
                    <a:pt x="8095" y="2375"/>
                  </a:lnTo>
                  <a:lnTo>
                    <a:pt x="8143" y="2714"/>
                  </a:lnTo>
                  <a:lnTo>
                    <a:pt x="8143" y="3974"/>
                  </a:lnTo>
                  <a:lnTo>
                    <a:pt x="7755" y="4023"/>
                  </a:lnTo>
                  <a:lnTo>
                    <a:pt x="7368" y="4120"/>
                  </a:lnTo>
                  <a:lnTo>
                    <a:pt x="6980" y="4265"/>
                  </a:lnTo>
                  <a:lnTo>
                    <a:pt x="6641" y="4459"/>
                  </a:lnTo>
                  <a:lnTo>
                    <a:pt x="6301" y="4653"/>
                  </a:lnTo>
                  <a:lnTo>
                    <a:pt x="5962" y="4895"/>
                  </a:lnTo>
                  <a:lnTo>
                    <a:pt x="5671" y="5138"/>
                  </a:lnTo>
                  <a:lnTo>
                    <a:pt x="5380" y="5428"/>
                  </a:lnTo>
                  <a:lnTo>
                    <a:pt x="5138" y="5719"/>
                  </a:lnTo>
                  <a:lnTo>
                    <a:pt x="4944" y="6010"/>
                  </a:lnTo>
                  <a:lnTo>
                    <a:pt x="4750" y="6398"/>
                  </a:lnTo>
                  <a:lnTo>
                    <a:pt x="4557" y="6737"/>
                  </a:lnTo>
                  <a:lnTo>
                    <a:pt x="4460" y="7125"/>
                  </a:lnTo>
                  <a:lnTo>
                    <a:pt x="4363" y="7512"/>
                  </a:lnTo>
                  <a:lnTo>
                    <a:pt x="4266" y="7900"/>
                  </a:lnTo>
                  <a:lnTo>
                    <a:pt x="4266" y="8336"/>
                  </a:lnTo>
                  <a:lnTo>
                    <a:pt x="4266" y="8724"/>
                  </a:lnTo>
                  <a:lnTo>
                    <a:pt x="4314" y="9063"/>
                  </a:lnTo>
                  <a:lnTo>
                    <a:pt x="4411" y="9451"/>
                  </a:lnTo>
                  <a:lnTo>
                    <a:pt x="4508" y="9790"/>
                  </a:lnTo>
                  <a:lnTo>
                    <a:pt x="4653" y="10129"/>
                  </a:lnTo>
                  <a:lnTo>
                    <a:pt x="4799" y="10420"/>
                  </a:lnTo>
                  <a:lnTo>
                    <a:pt x="5187" y="11002"/>
                  </a:lnTo>
                  <a:lnTo>
                    <a:pt x="1019" y="11002"/>
                  </a:lnTo>
                  <a:lnTo>
                    <a:pt x="1019" y="1018"/>
                  </a:lnTo>
                  <a:close/>
                  <a:moveTo>
                    <a:pt x="16285" y="1018"/>
                  </a:moveTo>
                  <a:lnTo>
                    <a:pt x="16285" y="11002"/>
                  </a:lnTo>
                  <a:lnTo>
                    <a:pt x="12117" y="11002"/>
                  </a:lnTo>
                  <a:lnTo>
                    <a:pt x="12505" y="10420"/>
                  </a:lnTo>
                  <a:lnTo>
                    <a:pt x="12650" y="10129"/>
                  </a:lnTo>
                  <a:lnTo>
                    <a:pt x="12796" y="9790"/>
                  </a:lnTo>
                  <a:lnTo>
                    <a:pt x="12893" y="9451"/>
                  </a:lnTo>
                  <a:lnTo>
                    <a:pt x="12989" y="9063"/>
                  </a:lnTo>
                  <a:lnTo>
                    <a:pt x="12989" y="8724"/>
                  </a:lnTo>
                  <a:lnTo>
                    <a:pt x="13038" y="8336"/>
                  </a:lnTo>
                  <a:lnTo>
                    <a:pt x="12989" y="7900"/>
                  </a:lnTo>
                  <a:lnTo>
                    <a:pt x="12941" y="7512"/>
                  </a:lnTo>
                  <a:lnTo>
                    <a:pt x="12844" y="7125"/>
                  </a:lnTo>
                  <a:lnTo>
                    <a:pt x="12747" y="6737"/>
                  </a:lnTo>
                  <a:lnTo>
                    <a:pt x="12553" y="6398"/>
                  </a:lnTo>
                  <a:lnTo>
                    <a:pt x="12359" y="6010"/>
                  </a:lnTo>
                  <a:lnTo>
                    <a:pt x="12166" y="5719"/>
                  </a:lnTo>
                  <a:lnTo>
                    <a:pt x="11923" y="5428"/>
                  </a:lnTo>
                  <a:lnTo>
                    <a:pt x="11632" y="5138"/>
                  </a:lnTo>
                  <a:lnTo>
                    <a:pt x="11342" y="4895"/>
                  </a:lnTo>
                  <a:lnTo>
                    <a:pt x="11002" y="4653"/>
                  </a:lnTo>
                  <a:lnTo>
                    <a:pt x="10663" y="4459"/>
                  </a:lnTo>
                  <a:lnTo>
                    <a:pt x="10324" y="4265"/>
                  </a:lnTo>
                  <a:lnTo>
                    <a:pt x="9936" y="4120"/>
                  </a:lnTo>
                  <a:lnTo>
                    <a:pt x="9548" y="4023"/>
                  </a:lnTo>
                  <a:lnTo>
                    <a:pt x="9161" y="3974"/>
                  </a:lnTo>
                  <a:lnTo>
                    <a:pt x="9161" y="2714"/>
                  </a:lnTo>
                  <a:lnTo>
                    <a:pt x="9209" y="2375"/>
                  </a:lnTo>
                  <a:lnTo>
                    <a:pt x="9306" y="2036"/>
                  </a:lnTo>
                  <a:lnTo>
                    <a:pt x="9452" y="1745"/>
                  </a:lnTo>
                  <a:lnTo>
                    <a:pt x="9645" y="1503"/>
                  </a:lnTo>
                  <a:lnTo>
                    <a:pt x="9888" y="1309"/>
                  </a:lnTo>
                  <a:lnTo>
                    <a:pt x="10178" y="1163"/>
                  </a:lnTo>
                  <a:lnTo>
                    <a:pt x="10518" y="1067"/>
                  </a:lnTo>
                  <a:lnTo>
                    <a:pt x="10857" y="1018"/>
                  </a:lnTo>
                  <a:close/>
                  <a:moveTo>
                    <a:pt x="8628" y="4944"/>
                  </a:moveTo>
                  <a:lnTo>
                    <a:pt x="9015" y="4992"/>
                  </a:lnTo>
                  <a:lnTo>
                    <a:pt x="9306" y="5041"/>
                  </a:lnTo>
                  <a:lnTo>
                    <a:pt x="9645" y="5138"/>
                  </a:lnTo>
                  <a:lnTo>
                    <a:pt x="9936" y="5234"/>
                  </a:lnTo>
                  <a:lnTo>
                    <a:pt x="10275" y="5380"/>
                  </a:lnTo>
                  <a:lnTo>
                    <a:pt x="10518" y="5525"/>
                  </a:lnTo>
                  <a:lnTo>
                    <a:pt x="10809" y="5719"/>
                  </a:lnTo>
                  <a:lnTo>
                    <a:pt x="11051" y="5961"/>
                  </a:lnTo>
                  <a:lnTo>
                    <a:pt x="11245" y="6204"/>
                  </a:lnTo>
                  <a:lnTo>
                    <a:pt x="11439" y="6446"/>
                  </a:lnTo>
                  <a:lnTo>
                    <a:pt x="11584" y="6737"/>
                  </a:lnTo>
                  <a:lnTo>
                    <a:pt x="11729" y="7028"/>
                  </a:lnTo>
                  <a:lnTo>
                    <a:pt x="11875" y="7318"/>
                  </a:lnTo>
                  <a:lnTo>
                    <a:pt x="11923" y="7658"/>
                  </a:lnTo>
                  <a:lnTo>
                    <a:pt x="11972" y="7997"/>
                  </a:lnTo>
                  <a:lnTo>
                    <a:pt x="12020" y="8336"/>
                  </a:lnTo>
                  <a:lnTo>
                    <a:pt x="11972" y="8675"/>
                  </a:lnTo>
                  <a:lnTo>
                    <a:pt x="11923" y="9015"/>
                  </a:lnTo>
                  <a:lnTo>
                    <a:pt x="11875" y="9306"/>
                  </a:lnTo>
                  <a:lnTo>
                    <a:pt x="11729" y="9645"/>
                  </a:lnTo>
                  <a:lnTo>
                    <a:pt x="11584" y="9936"/>
                  </a:lnTo>
                  <a:lnTo>
                    <a:pt x="11439" y="10226"/>
                  </a:lnTo>
                  <a:lnTo>
                    <a:pt x="11245" y="10469"/>
                  </a:lnTo>
                  <a:lnTo>
                    <a:pt x="11051" y="10711"/>
                  </a:lnTo>
                  <a:lnTo>
                    <a:pt x="10809" y="10905"/>
                  </a:lnTo>
                  <a:lnTo>
                    <a:pt x="10518" y="11099"/>
                  </a:lnTo>
                  <a:lnTo>
                    <a:pt x="10275" y="11293"/>
                  </a:lnTo>
                  <a:lnTo>
                    <a:pt x="9936" y="11438"/>
                  </a:lnTo>
                  <a:lnTo>
                    <a:pt x="9645" y="11535"/>
                  </a:lnTo>
                  <a:lnTo>
                    <a:pt x="9306" y="11632"/>
                  </a:lnTo>
                  <a:lnTo>
                    <a:pt x="9015" y="11680"/>
                  </a:lnTo>
                  <a:lnTo>
                    <a:pt x="8288" y="11680"/>
                  </a:lnTo>
                  <a:lnTo>
                    <a:pt x="7949" y="11632"/>
                  </a:lnTo>
                  <a:lnTo>
                    <a:pt x="7658" y="11535"/>
                  </a:lnTo>
                  <a:lnTo>
                    <a:pt x="7319" y="11438"/>
                  </a:lnTo>
                  <a:lnTo>
                    <a:pt x="7028" y="11293"/>
                  </a:lnTo>
                  <a:lnTo>
                    <a:pt x="6786" y="11099"/>
                  </a:lnTo>
                  <a:lnTo>
                    <a:pt x="6495" y="10905"/>
                  </a:lnTo>
                  <a:lnTo>
                    <a:pt x="6253" y="10711"/>
                  </a:lnTo>
                  <a:lnTo>
                    <a:pt x="6059" y="10469"/>
                  </a:lnTo>
                  <a:lnTo>
                    <a:pt x="5865" y="10226"/>
                  </a:lnTo>
                  <a:lnTo>
                    <a:pt x="5671" y="9936"/>
                  </a:lnTo>
                  <a:lnTo>
                    <a:pt x="5574" y="9645"/>
                  </a:lnTo>
                  <a:lnTo>
                    <a:pt x="5429" y="9306"/>
                  </a:lnTo>
                  <a:lnTo>
                    <a:pt x="5332" y="9015"/>
                  </a:lnTo>
                  <a:lnTo>
                    <a:pt x="5284" y="8675"/>
                  </a:lnTo>
                  <a:lnTo>
                    <a:pt x="5284" y="8336"/>
                  </a:lnTo>
                  <a:lnTo>
                    <a:pt x="5284" y="7997"/>
                  </a:lnTo>
                  <a:lnTo>
                    <a:pt x="5332" y="7658"/>
                  </a:lnTo>
                  <a:lnTo>
                    <a:pt x="5429" y="7318"/>
                  </a:lnTo>
                  <a:lnTo>
                    <a:pt x="5574" y="7028"/>
                  </a:lnTo>
                  <a:lnTo>
                    <a:pt x="5671" y="6737"/>
                  </a:lnTo>
                  <a:lnTo>
                    <a:pt x="5865" y="6446"/>
                  </a:lnTo>
                  <a:lnTo>
                    <a:pt x="6059" y="6204"/>
                  </a:lnTo>
                  <a:lnTo>
                    <a:pt x="6253" y="5961"/>
                  </a:lnTo>
                  <a:lnTo>
                    <a:pt x="6495" y="5719"/>
                  </a:lnTo>
                  <a:lnTo>
                    <a:pt x="6786" y="5525"/>
                  </a:lnTo>
                  <a:lnTo>
                    <a:pt x="7028" y="5380"/>
                  </a:lnTo>
                  <a:lnTo>
                    <a:pt x="7319" y="5234"/>
                  </a:lnTo>
                  <a:lnTo>
                    <a:pt x="7658" y="5138"/>
                  </a:lnTo>
                  <a:lnTo>
                    <a:pt x="7949" y="5041"/>
                  </a:lnTo>
                  <a:lnTo>
                    <a:pt x="8288" y="4992"/>
                  </a:lnTo>
                  <a:lnTo>
                    <a:pt x="8628" y="4944"/>
                  </a:lnTo>
                  <a:close/>
                  <a:moveTo>
                    <a:pt x="9161" y="12698"/>
                  </a:moveTo>
                  <a:lnTo>
                    <a:pt x="9161" y="15848"/>
                  </a:lnTo>
                  <a:lnTo>
                    <a:pt x="9112" y="16042"/>
                  </a:lnTo>
                  <a:lnTo>
                    <a:pt x="9015" y="16188"/>
                  </a:lnTo>
                  <a:lnTo>
                    <a:pt x="8870" y="16284"/>
                  </a:lnTo>
                  <a:lnTo>
                    <a:pt x="8628" y="16333"/>
                  </a:lnTo>
                  <a:lnTo>
                    <a:pt x="8434" y="16284"/>
                  </a:lnTo>
                  <a:lnTo>
                    <a:pt x="8288" y="16188"/>
                  </a:lnTo>
                  <a:lnTo>
                    <a:pt x="8191" y="16042"/>
                  </a:lnTo>
                  <a:lnTo>
                    <a:pt x="8143" y="15848"/>
                  </a:lnTo>
                  <a:lnTo>
                    <a:pt x="8143" y="12698"/>
                  </a:lnTo>
                  <a:close/>
                  <a:moveTo>
                    <a:pt x="485" y="0"/>
                  </a:moveTo>
                  <a:lnTo>
                    <a:pt x="292" y="49"/>
                  </a:lnTo>
                  <a:lnTo>
                    <a:pt x="146" y="146"/>
                  </a:lnTo>
                  <a:lnTo>
                    <a:pt x="1" y="340"/>
                  </a:lnTo>
                  <a:lnTo>
                    <a:pt x="1" y="533"/>
                  </a:lnTo>
                  <a:lnTo>
                    <a:pt x="1" y="11535"/>
                  </a:lnTo>
                  <a:lnTo>
                    <a:pt x="1" y="11729"/>
                  </a:lnTo>
                  <a:lnTo>
                    <a:pt x="146" y="11874"/>
                  </a:lnTo>
                  <a:lnTo>
                    <a:pt x="292" y="11971"/>
                  </a:lnTo>
                  <a:lnTo>
                    <a:pt x="485" y="12020"/>
                  </a:lnTo>
                  <a:lnTo>
                    <a:pt x="6301" y="12020"/>
                  </a:lnTo>
                  <a:lnTo>
                    <a:pt x="6689" y="12262"/>
                  </a:lnTo>
                  <a:lnTo>
                    <a:pt x="7125" y="12456"/>
                  </a:lnTo>
                  <a:lnTo>
                    <a:pt x="7125" y="15848"/>
                  </a:lnTo>
                  <a:lnTo>
                    <a:pt x="7174" y="16139"/>
                  </a:lnTo>
                  <a:lnTo>
                    <a:pt x="7222" y="16430"/>
                  </a:lnTo>
                  <a:lnTo>
                    <a:pt x="7368" y="16672"/>
                  </a:lnTo>
                  <a:lnTo>
                    <a:pt x="7561" y="16915"/>
                  </a:lnTo>
                  <a:lnTo>
                    <a:pt x="7804" y="17108"/>
                  </a:lnTo>
                  <a:lnTo>
                    <a:pt x="8046" y="17254"/>
                  </a:lnTo>
                  <a:lnTo>
                    <a:pt x="8337" y="17302"/>
                  </a:lnTo>
                  <a:lnTo>
                    <a:pt x="8628" y="17351"/>
                  </a:lnTo>
                  <a:lnTo>
                    <a:pt x="8967" y="17302"/>
                  </a:lnTo>
                  <a:lnTo>
                    <a:pt x="9258" y="17254"/>
                  </a:lnTo>
                  <a:lnTo>
                    <a:pt x="9500" y="17108"/>
                  </a:lnTo>
                  <a:lnTo>
                    <a:pt x="9742" y="16915"/>
                  </a:lnTo>
                  <a:lnTo>
                    <a:pt x="9936" y="16672"/>
                  </a:lnTo>
                  <a:lnTo>
                    <a:pt x="10033" y="16430"/>
                  </a:lnTo>
                  <a:lnTo>
                    <a:pt x="10130" y="16139"/>
                  </a:lnTo>
                  <a:lnTo>
                    <a:pt x="10178" y="15848"/>
                  </a:lnTo>
                  <a:lnTo>
                    <a:pt x="10178" y="12456"/>
                  </a:lnTo>
                  <a:lnTo>
                    <a:pt x="10566" y="12262"/>
                  </a:lnTo>
                  <a:lnTo>
                    <a:pt x="10954" y="12020"/>
                  </a:lnTo>
                  <a:lnTo>
                    <a:pt x="16818" y="12020"/>
                  </a:lnTo>
                  <a:lnTo>
                    <a:pt x="17012" y="11971"/>
                  </a:lnTo>
                  <a:lnTo>
                    <a:pt x="17157" y="11874"/>
                  </a:lnTo>
                  <a:lnTo>
                    <a:pt x="17303" y="11729"/>
                  </a:lnTo>
                  <a:lnTo>
                    <a:pt x="17303" y="11535"/>
                  </a:lnTo>
                  <a:lnTo>
                    <a:pt x="17303" y="533"/>
                  </a:lnTo>
                  <a:lnTo>
                    <a:pt x="17303" y="340"/>
                  </a:lnTo>
                  <a:lnTo>
                    <a:pt x="17157" y="146"/>
                  </a:lnTo>
                  <a:lnTo>
                    <a:pt x="17012" y="49"/>
                  </a:lnTo>
                  <a:lnTo>
                    <a:pt x="16818" y="0"/>
                  </a:lnTo>
                  <a:lnTo>
                    <a:pt x="10857" y="0"/>
                  </a:lnTo>
                  <a:lnTo>
                    <a:pt x="10518" y="49"/>
                  </a:lnTo>
                  <a:lnTo>
                    <a:pt x="10178" y="97"/>
                  </a:lnTo>
                  <a:lnTo>
                    <a:pt x="9888" y="194"/>
                  </a:lnTo>
                  <a:lnTo>
                    <a:pt x="9597" y="340"/>
                  </a:lnTo>
                  <a:lnTo>
                    <a:pt x="9306" y="485"/>
                  </a:lnTo>
                  <a:lnTo>
                    <a:pt x="9064" y="679"/>
                  </a:lnTo>
                  <a:lnTo>
                    <a:pt x="8870" y="873"/>
                  </a:lnTo>
                  <a:lnTo>
                    <a:pt x="8628" y="1115"/>
                  </a:lnTo>
                  <a:lnTo>
                    <a:pt x="8434" y="873"/>
                  </a:lnTo>
                  <a:lnTo>
                    <a:pt x="8240" y="679"/>
                  </a:lnTo>
                  <a:lnTo>
                    <a:pt x="7998" y="485"/>
                  </a:lnTo>
                  <a:lnTo>
                    <a:pt x="7707" y="340"/>
                  </a:lnTo>
                  <a:lnTo>
                    <a:pt x="7416" y="194"/>
                  </a:lnTo>
                  <a:lnTo>
                    <a:pt x="7125" y="97"/>
                  </a:lnTo>
                  <a:lnTo>
                    <a:pt x="6786" y="49"/>
                  </a:lnTo>
                  <a:lnTo>
                    <a:pt x="64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288;p71">
              <a:extLst>
                <a:ext uri="{FF2B5EF4-FFF2-40B4-BE49-F238E27FC236}">
                  <a16:creationId xmlns:a16="http://schemas.microsoft.com/office/drawing/2014/main" id="{FBA6F3D0-EFAC-153B-FF8A-7B2BCD538A9F}"/>
                </a:ext>
              </a:extLst>
            </p:cNvPr>
            <p:cNvSpPr/>
            <p:nvPr/>
          </p:nvSpPr>
          <p:spPr>
            <a:xfrm>
              <a:off x="1504027" y="3491660"/>
              <a:ext cx="23029" cy="23007"/>
            </a:xfrm>
            <a:custGeom>
              <a:avLst/>
              <a:gdLst/>
              <a:ahLst/>
              <a:cxnLst/>
              <a:rect l="l" t="t" r="r" b="b"/>
              <a:pathLst>
                <a:path w="1019" h="1018" extrusionOk="0">
                  <a:moveTo>
                    <a:pt x="533" y="0"/>
                  </a:moveTo>
                  <a:lnTo>
                    <a:pt x="340" y="49"/>
                  </a:lnTo>
                  <a:lnTo>
                    <a:pt x="146" y="146"/>
                  </a:lnTo>
                  <a:lnTo>
                    <a:pt x="49" y="291"/>
                  </a:lnTo>
                  <a:lnTo>
                    <a:pt x="0" y="485"/>
                  </a:lnTo>
                  <a:lnTo>
                    <a:pt x="49" y="727"/>
                  </a:lnTo>
                  <a:lnTo>
                    <a:pt x="146" y="872"/>
                  </a:lnTo>
                  <a:lnTo>
                    <a:pt x="340" y="969"/>
                  </a:lnTo>
                  <a:lnTo>
                    <a:pt x="533" y="1018"/>
                  </a:lnTo>
                  <a:lnTo>
                    <a:pt x="727" y="969"/>
                  </a:lnTo>
                  <a:lnTo>
                    <a:pt x="873" y="872"/>
                  </a:lnTo>
                  <a:lnTo>
                    <a:pt x="970" y="727"/>
                  </a:lnTo>
                  <a:lnTo>
                    <a:pt x="1018" y="485"/>
                  </a:lnTo>
                  <a:lnTo>
                    <a:pt x="970" y="291"/>
                  </a:lnTo>
                  <a:lnTo>
                    <a:pt x="873" y="146"/>
                  </a:lnTo>
                  <a:lnTo>
                    <a:pt x="727" y="49"/>
                  </a:lnTo>
                  <a:lnTo>
                    <a:pt x="5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289;p71">
              <a:extLst>
                <a:ext uri="{FF2B5EF4-FFF2-40B4-BE49-F238E27FC236}">
                  <a16:creationId xmlns:a16="http://schemas.microsoft.com/office/drawing/2014/main" id="{2913D961-152C-DE2E-59B6-3CEAEBE4A2DD}"/>
                </a:ext>
              </a:extLst>
            </p:cNvPr>
            <p:cNvSpPr/>
            <p:nvPr/>
          </p:nvSpPr>
          <p:spPr>
            <a:xfrm>
              <a:off x="1591648" y="3491660"/>
              <a:ext cx="23029" cy="23007"/>
            </a:xfrm>
            <a:custGeom>
              <a:avLst/>
              <a:gdLst/>
              <a:ahLst/>
              <a:cxnLst/>
              <a:rect l="l" t="t" r="r" b="b"/>
              <a:pathLst>
                <a:path w="1019" h="1018" extrusionOk="0">
                  <a:moveTo>
                    <a:pt x="485" y="0"/>
                  </a:moveTo>
                  <a:lnTo>
                    <a:pt x="291" y="49"/>
                  </a:lnTo>
                  <a:lnTo>
                    <a:pt x="146" y="146"/>
                  </a:lnTo>
                  <a:lnTo>
                    <a:pt x="49" y="291"/>
                  </a:lnTo>
                  <a:lnTo>
                    <a:pt x="1" y="485"/>
                  </a:lnTo>
                  <a:lnTo>
                    <a:pt x="49" y="727"/>
                  </a:lnTo>
                  <a:lnTo>
                    <a:pt x="146" y="872"/>
                  </a:lnTo>
                  <a:lnTo>
                    <a:pt x="291" y="969"/>
                  </a:lnTo>
                  <a:lnTo>
                    <a:pt x="485" y="1018"/>
                  </a:lnTo>
                  <a:lnTo>
                    <a:pt x="679" y="969"/>
                  </a:lnTo>
                  <a:lnTo>
                    <a:pt x="873" y="872"/>
                  </a:lnTo>
                  <a:lnTo>
                    <a:pt x="970" y="727"/>
                  </a:lnTo>
                  <a:lnTo>
                    <a:pt x="1018" y="485"/>
                  </a:lnTo>
                  <a:lnTo>
                    <a:pt x="970" y="291"/>
                  </a:lnTo>
                  <a:lnTo>
                    <a:pt x="873" y="146"/>
                  </a:lnTo>
                  <a:lnTo>
                    <a:pt x="679" y="49"/>
                  </a:lnTo>
                  <a:lnTo>
                    <a:pt x="4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290;p71">
              <a:extLst>
                <a:ext uri="{FF2B5EF4-FFF2-40B4-BE49-F238E27FC236}">
                  <a16:creationId xmlns:a16="http://schemas.microsoft.com/office/drawing/2014/main" id="{935A4DD6-8412-EEC7-C4C8-6E604CC8EB95}"/>
                </a:ext>
              </a:extLst>
            </p:cNvPr>
            <p:cNvSpPr/>
            <p:nvPr/>
          </p:nvSpPr>
          <p:spPr>
            <a:xfrm>
              <a:off x="1547826" y="3491660"/>
              <a:ext cx="23029" cy="23007"/>
            </a:xfrm>
            <a:custGeom>
              <a:avLst/>
              <a:gdLst/>
              <a:ahLst/>
              <a:cxnLst/>
              <a:rect l="l" t="t" r="r" b="b"/>
              <a:pathLst>
                <a:path w="1019" h="1018" extrusionOk="0">
                  <a:moveTo>
                    <a:pt x="486" y="0"/>
                  </a:moveTo>
                  <a:lnTo>
                    <a:pt x="292" y="49"/>
                  </a:lnTo>
                  <a:lnTo>
                    <a:pt x="146" y="146"/>
                  </a:lnTo>
                  <a:lnTo>
                    <a:pt x="49" y="291"/>
                  </a:lnTo>
                  <a:lnTo>
                    <a:pt x="1" y="485"/>
                  </a:lnTo>
                  <a:lnTo>
                    <a:pt x="49" y="727"/>
                  </a:lnTo>
                  <a:lnTo>
                    <a:pt x="146" y="872"/>
                  </a:lnTo>
                  <a:lnTo>
                    <a:pt x="292" y="969"/>
                  </a:lnTo>
                  <a:lnTo>
                    <a:pt x="486" y="1018"/>
                  </a:lnTo>
                  <a:lnTo>
                    <a:pt x="728" y="969"/>
                  </a:lnTo>
                  <a:lnTo>
                    <a:pt x="873" y="872"/>
                  </a:lnTo>
                  <a:lnTo>
                    <a:pt x="970" y="727"/>
                  </a:lnTo>
                  <a:lnTo>
                    <a:pt x="1019" y="485"/>
                  </a:lnTo>
                  <a:lnTo>
                    <a:pt x="970" y="291"/>
                  </a:lnTo>
                  <a:lnTo>
                    <a:pt x="873" y="146"/>
                  </a:lnTo>
                  <a:lnTo>
                    <a:pt x="728" y="49"/>
                  </a:lnTo>
                  <a:lnTo>
                    <a:pt x="4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291;p71">
              <a:extLst>
                <a:ext uri="{FF2B5EF4-FFF2-40B4-BE49-F238E27FC236}">
                  <a16:creationId xmlns:a16="http://schemas.microsoft.com/office/drawing/2014/main" id="{05E78D17-6671-4FD8-1674-E18C27934E1D}"/>
                </a:ext>
              </a:extLst>
            </p:cNvPr>
            <p:cNvSpPr/>
            <p:nvPr/>
          </p:nvSpPr>
          <p:spPr>
            <a:xfrm>
              <a:off x="1597117" y="3361303"/>
              <a:ext cx="111757" cy="23029"/>
            </a:xfrm>
            <a:custGeom>
              <a:avLst/>
              <a:gdLst/>
              <a:ahLst/>
              <a:cxnLst/>
              <a:rect l="l" t="t" r="r" b="b"/>
              <a:pathLst>
                <a:path w="4945" h="1019" extrusionOk="0">
                  <a:moveTo>
                    <a:pt x="534" y="1"/>
                  </a:moveTo>
                  <a:lnTo>
                    <a:pt x="292" y="49"/>
                  </a:lnTo>
                  <a:lnTo>
                    <a:pt x="146" y="146"/>
                  </a:lnTo>
                  <a:lnTo>
                    <a:pt x="49" y="340"/>
                  </a:lnTo>
                  <a:lnTo>
                    <a:pt x="1" y="534"/>
                  </a:lnTo>
                  <a:lnTo>
                    <a:pt x="49" y="728"/>
                  </a:lnTo>
                  <a:lnTo>
                    <a:pt x="146" y="873"/>
                  </a:lnTo>
                  <a:lnTo>
                    <a:pt x="292" y="970"/>
                  </a:lnTo>
                  <a:lnTo>
                    <a:pt x="534" y="1019"/>
                  </a:lnTo>
                  <a:lnTo>
                    <a:pt x="4460" y="1019"/>
                  </a:lnTo>
                  <a:lnTo>
                    <a:pt x="4654" y="970"/>
                  </a:lnTo>
                  <a:lnTo>
                    <a:pt x="4799" y="873"/>
                  </a:lnTo>
                  <a:lnTo>
                    <a:pt x="4944" y="728"/>
                  </a:lnTo>
                  <a:lnTo>
                    <a:pt x="4944" y="534"/>
                  </a:lnTo>
                  <a:lnTo>
                    <a:pt x="4944" y="340"/>
                  </a:lnTo>
                  <a:lnTo>
                    <a:pt x="4799" y="146"/>
                  </a:lnTo>
                  <a:lnTo>
                    <a:pt x="4654" y="49"/>
                  </a:lnTo>
                  <a:lnTo>
                    <a:pt x="446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292;p71">
              <a:extLst>
                <a:ext uri="{FF2B5EF4-FFF2-40B4-BE49-F238E27FC236}">
                  <a16:creationId xmlns:a16="http://schemas.microsoft.com/office/drawing/2014/main" id="{9FD8C203-5173-9C57-4881-0EEF7FACD19A}"/>
                </a:ext>
              </a:extLst>
            </p:cNvPr>
            <p:cNvSpPr/>
            <p:nvPr/>
          </p:nvSpPr>
          <p:spPr>
            <a:xfrm>
              <a:off x="1650792" y="3407316"/>
              <a:ext cx="58082" cy="23029"/>
            </a:xfrm>
            <a:custGeom>
              <a:avLst/>
              <a:gdLst/>
              <a:ahLst/>
              <a:cxnLst/>
              <a:rect l="l" t="t" r="r" b="b"/>
              <a:pathLst>
                <a:path w="2570" h="1019" extrusionOk="0">
                  <a:moveTo>
                    <a:pt x="534" y="0"/>
                  </a:moveTo>
                  <a:lnTo>
                    <a:pt x="340" y="49"/>
                  </a:lnTo>
                  <a:lnTo>
                    <a:pt x="146" y="146"/>
                  </a:lnTo>
                  <a:lnTo>
                    <a:pt x="49" y="291"/>
                  </a:lnTo>
                  <a:lnTo>
                    <a:pt x="1" y="533"/>
                  </a:lnTo>
                  <a:lnTo>
                    <a:pt x="49" y="727"/>
                  </a:lnTo>
                  <a:lnTo>
                    <a:pt x="146" y="873"/>
                  </a:lnTo>
                  <a:lnTo>
                    <a:pt x="340" y="970"/>
                  </a:lnTo>
                  <a:lnTo>
                    <a:pt x="534" y="1018"/>
                  </a:lnTo>
                  <a:lnTo>
                    <a:pt x="2085" y="1018"/>
                  </a:lnTo>
                  <a:lnTo>
                    <a:pt x="2279" y="970"/>
                  </a:lnTo>
                  <a:lnTo>
                    <a:pt x="2424" y="873"/>
                  </a:lnTo>
                  <a:lnTo>
                    <a:pt x="2569" y="727"/>
                  </a:lnTo>
                  <a:lnTo>
                    <a:pt x="2569" y="533"/>
                  </a:lnTo>
                  <a:lnTo>
                    <a:pt x="2569" y="291"/>
                  </a:lnTo>
                  <a:lnTo>
                    <a:pt x="2424" y="146"/>
                  </a:lnTo>
                  <a:lnTo>
                    <a:pt x="2279" y="49"/>
                  </a:lnTo>
                  <a:lnTo>
                    <a:pt x="20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293;p71">
              <a:extLst>
                <a:ext uri="{FF2B5EF4-FFF2-40B4-BE49-F238E27FC236}">
                  <a16:creationId xmlns:a16="http://schemas.microsoft.com/office/drawing/2014/main" id="{5DEEF216-8696-BF56-F8DF-6819043A6525}"/>
                </a:ext>
              </a:extLst>
            </p:cNvPr>
            <p:cNvSpPr/>
            <p:nvPr/>
          </p:nvSpPr>
          <p:spPr>
            <a:xfrm>
              <a:off x="1408723" y="3361303"/>
              <a:ext cx="112842" cy="23029"/>
            </a:xfrm>
            <a:custGeom>
              <a:avLst/>
              <a:gdLst/>
              <a:ahLst/>
              <a:cxnLst/>
              <a:rect l="l" t="t" r="r" b="b"/>
              <a:pathLst>
                <a:path w="4993" h="1019" extrusionOk="0">
                  <a:moveTo>
                    <a:pt x="534" y="1"/>
                  </a:moveTo>
                  <a:lnTo>
                    <a:pt x="340" y="49"/>
                  </a:lnTo>
                  <a:lnTo>
                    <a:pt x="195" y="146"/>
                  </a:lnTo>
                  <a:lnTo>
                    <a:pt x="49" y="340"/>
                  </a:lnTo>
                  <a:lnTo>
                    <a:pt x="1" y="534"/>
                  </a:lnTo>
                  <a:lnTo>
                    <a:pt x="49" y="728"/>
                  </a:lnTo>
                  <a:lnTo>
                    <a:pt x="195" y="873"/>
                  </a:lnTo>
                  <a:lnTo>
                    <a:pt x="340" y="970"/>
                  </a:lnTo>
                  <a:lnTo>
                    <a:pt x="534" y="1019"/>
                  </a:lnTo>
                  <a:lnTo>
                    <a:pt x="4460" y="1019"/>
                  </a:lnTo>
                  <a:lnTo>
                    <a:pt x="4654" y="970"/>
                  </a:lnTo>
                  <a:lnTo>
                    <a:pt x="4847" y="873"/>
                  </a:lnTo>
                  <a:lnTo>
                    <a:pt x="4944" y="728"/>
                  </a:lnTo>
                  <a:lnTo>
                    <a:pt x="4993" y="534"/>
                  </a:lnTo>
                  <a:lnTo>
                    <a:pt x="4944" y="340"/>
                  </a:lnTo>
                  <a:lnTo>
                    <a:pt x="4847" y="146"/>
                  </a:lnTo>
                  <a:lnTo>
                    <a:pt x="4654" y="49"/>
                  </a:lnTo>
                  <a:lnTo>
                    <a:pt x="446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294;p71">
              <a:extLst>
                <a:ext uri="{FF2B5EF4-FFF2-40B4-BE49-F238E27FC236}">
                  <a16:creationId xmlns:a16="http://schemas.microsoft.com/office/drawing/2014/main" id="{1F2B39DB-FDCF-4BC2-9A5F-5D0F17AAA670}"/>
                </a:ext>
              </a:extLst>
            </p:cNvPr>
            <p:cNvSpPr/>
            <p:nvPr/>
          </p:nvSpPr>
          <p:spPr>
            <a:xfrm>
              <a:off x="1408723" y="3407316"/>
              <a:ext cx="59189" cy="23029"/>
            </a:xfrm>
            <a:custGeom>
              <a:avLst/>
              <a:gdLst/>
              <a:ahLst/>
              <a:cxnLst/>
              <a:rect l="l" t="t" r="r" b="b"/>
              <a:pathLst>
                <a:path w="2619" h="1019" extrusionOk="0">
                  <a:moveTo>
                    <a:pt x="534" y="0"/>
                  </a:moveTo>
                  <a:lnTo>
                    <a:pt x="340" y="49"/>
                  </a:lnTo>
                  <a:lnTo>
                    <a:pt x="195" y="146"/>
                  </a:lnTo>
                  <a:lnTo>
                    <a:pt x="49" y="291"/>
                  </a:lnTo>
                  <a:lnTo>
                    <a:pt x="1" y="533"/>
                  </a:lnTo>
                  <a:lnTo>
                    <a:pt x="49" y="727"/>
                  </a:lnTo>
                  <a:lnTo>
                    <a:pt x="195" y="873"/>
                  </a:lnTo>
                  <a:lnTo>
                    <a:pt x="340" y="970"/>
                  </a:lnTo>
                  <a:lnTo>
                    <a:pt x="534" y="1018"/>
                  </a:lnTo>
                  <a:lnTo>
                    <a:pt x="2085" y="1018"/>
                  </a:lnTo>
                  <a:lnTo>
                    <a:pt x="2279" y="970"/>
                  </a:lnTo>
                  <a:lnTo>
                    <a:pt x="2473" y="873"/>
                  </a:lnTo>
                  <a:lnTo>
                    <a:pt x="2570" y="727"/>
                  </a:lnTo>
                  <a:lnTo>
                    <a:pt x="2618" y="533"/>
                  </a:lnTo>
                  <a:lnTo>
                    <a:pt x="2570" y="291"/>
                  </a:lnTo>
                  <a:lnTo>
                    <a:pt x="2473" y="146"/>
                  </a:lnTo>
                  <a:lnTo>
                    <a:pt x="2279" y="49"/>
                  </a:lnTo>
                  <a:lnTo>
                    <a:pt x="20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 name="Google Shape;1252;p71">
            <a:extLst>
              <a:ext uri="{FF2B5EF4-FFF2-40B4-BE49-F238E27FC236}">
                <a16:creationId xmlns:a16="http://schemas.microsoft.com/office/drawing/2014/main" id="{948FD695-12D7-2900-BC9E-D21AB710D2E9}"/>
              </a:ext>
            </a:extLst>
          </p:cNvPr>
          <p:cNvGrpSpPr/>
          <p:nvPr/>
        </p:nvGrpSpPr>
        <p:grpSpPr>
          <a:xfrm>
            <a:off x="4470901" y="1746958"/>
            <a:ext cx="391048" cy="391048"/>
            <a:chOff x="3968467" y="2636227"/>
            <a:chExt cx="391048" cy="391048"/>
          </a:xfrm>
        </p:grpSpPr>
        <p:sp>
          <p:nvSpPr>
            <p:cNvPr id="7" name="Google Shape;1253;p71">
              <a:extLst>
                <a:ext uri="{FF2B5EF4-FFF2-40B4-BE49-F238E27FC236}">
                  <a16:creationId xmlns:a16="http://schemas.microsoft.com/office/drawing/2014/main" id="{79B5819B-FB8C-2DA7-EC5E-6DF65D57C9EA}"/>
                </a:ext>
              </a:extLst>
            </p:cNvPr>
            <p:cNvSpPr/>
            <p:nvPr/>
          </p:nvSpPr>
          <p:spPr>
            <a:xfrm>
              <a:off x="3968467" y="2636227"/>
              <a:ext cx="113949" cy="391048"/>
            </a:xfrm>
            <a:custGeom>
              <a:avLst/>
              <a:gdLst/>
              <a:ahLst/>
              <a:cxnLst/>
              <a:rect l="l" t="t" r="r" b="b"/>
              <a:pathLst>
                <a:path w="5042" h="17303" extrusionOk="0">
                  <a:moveTo>
                    <a:pt x="3539" y="969"/>
                  </a:moveTo>
                  <a:lnTo>
                    <a:pt x="3733" y="1018"/>
                  </a:lnTo>
                  <a:lnTo>
                    <a:pt x="3878" y="1115"/>
                  </a:lnTo>
                  <a:lnTo>
                    <a:pt x="4023" y="1309"/>
                  </a:lnTo>
                  <a:lnTo>
                    <a:pt x="4023" y="1503"/>
                  </a:lnTo>
                  <a:lnTo>
                    <a:pt x="4023" y="2326"/>
                  </a:lnTo>
                  <a:lnTo>
                    <a:pt x="1019" y="2326"/>
                  </a:lnTo>
                  <a:lnTo>
                    <a:pt x="1019" y="1503"/>
                  </a:lnTo>
                  <a:lnTo>
                    <a:pt x="1019" y="1309"/>
                  </a:lnTo>
                  <a:lnTo>
                    <a:pt x="1115" y="1115"/>
                  </a:lnTo>
                  <a:lnTo>
                    <a:pt x="1309" y="1018"/>
                  </a:lnTo>
                  <a:lnTo>
                    <a:pt x="1503" y="969"/>
                  </a:lnTo>
                  <a:close/>
                  <a:moveTo>
                    <a:pt x="2036" y="3344"/>
                  </a:moveTo>
                  <a:lnTo>
                    <a:pt x="2036" y="12552"/>
                  </a:lnTo>
                  <a:lnTo>
                    <a:pt x="1019" y="12552"/>
                  </a:lnTo>
                  <a:lnTo>
                    <a:pt x="1019" y="3344"/>
                  </a:lnTo>
                  <a:close/>
                  <a:moveTo>
                    <a:pt x="4023" y="3344"/>
                  </a:moveTo>
                  <a:lnTo>
                    <a:pt x="4023" y="12552"/>
                  </a:lnTo>
                  <a:lnTo>
                    <a:pt x="3054" y="12552"/>
                  </a:lnTo>
                  <a:lnTo>
                    <a:pt x="3054" y="3344"/>
                  </a:lnTo>
                  <a:close/>
                  <a:moveTo>
                    <a:pt x="3684" y="13570"/>
                  </a:moveTo>
                  <a:lnTo>
                    <a:pt x="2569" y="15751"/>
                  </a:lnTo>
                  <a:lnTo>
                    <a:pt x="1358" y="13570"/>
                  </a:lnTo>
                  <a:close/>
                  <a:moveTo>
                    <a:pt x="1164" y="0"/>
                  </a:moveTo>
                  <a:lnTo>
                    <a:pt x="922" y="97"/>
                  </a:lnTo>
                  <a:lnTo>
                    <a:pt x="631" y="242"/>
                  </a:lnTo>
                  <a:lnTo>
                    <a:pt x="437" y="436"/>
                  </a:lnTo>
                  <a:lnTo>
                    <a:pt x="243" y="630"/>
                  </a:lnTo>
                  <a:lnTo>
                    <a:pt x="98" y="872"/>
                  </a:lnTo>
                  <a:lnTo>
                    <a:pt x="1" y="1163"/>
                  </a:lnTo>
                  <a:lnTo>
                    <a:pt x="1" y="1503"/>
                  </a:lnTo>
                  <a:lnTo>
                    <a:pt x="1" y="13086"/>
                  </a:lnTo>
                  <a:lnTo>
                    <a:pt x="1" y="13231"/>
                  </a:lnTo>
                  <a:lnTo>
                    <a:pt x="49" y="13328"/>
                  </a:lnTo>
                  <a:lnTo>
                    <a:pt x="2133" y="17060"/>
                  </a:lnTo>
                  <a:lnTo>
                    <a:pt x="2182" y="17157"/>
                  </a:lnTo>
                  <a:lnTo>
                    <a:pt x="2279" y="17254"/>
                  </a:lnTo>
                  <a:lnTo>
                    <a:pt x="2424" y="17302"/>
                  </a:lnTo>
                  <a:lnTo>
                    <a:pt x="2715" y="17302"/>
                  </a:lnTo>
                  <a:lnTo>
                    <a:pt x="2812" y="17254"/>
                  </a:lnTo>
                  <a:lnTo>
                    <a:pt x="2909" y="17157"/>
                  </a:lnTo>
                  <a:lnTo>
                    <a:pt x="3006" y="17060"/>
                  </a:lnTo>
                  <a:lnTo>
                    <a:pt x="4993" y="13328"/>
                  </a:lnTo>
                  <a:lnTo>
                    <a:pt x="5041" y="13231"/>
                  </a:lnTo>
                  <a:lnTo>
                    <a:pt x="5041" y="13086"/>
                  </a:lnTo>
                  <a:lnTo>
                    <a:pt x="5041" y="1503"/>
                  </a:lnTo>
                  <a:lnTo>
                    <a:pt x="5041" y="1163"/>
                  </a:lnTo>
                  <a:lnTo>
                    <a:pt x="4944" y="872"/>
                  </a:lnTo>
                  <a:lnTo>
                    <a:pt x="4799" y="630"/>
                  </a:lnTo>
                  <a:lnTo>
                    <a:pt x="4605" y="436"/>
                  </a:lnTo>
                  <a:lnTo>
                    <a:pt x="4411" y="242"/>
                  </a:lnTo>
                  <a:lnTo>
                    <a:pt x="4120" y="97"/>
                  </a:lnTo>
                  <a:lnTo>
                    <a:pt x="38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254;p71">
              <a:extLst>
                <a:ext uri="{FF2B5EF4-FFF2-40B4-BE49-F238E27FC236}">
                  <a16:creationId xmlns:a16="http://schemas.microsoft.com/office/drawing/2014/main" id="{A799660C-C726-1876-EFCB-EE5FFBEF3F84}"/>
                </a:ext>
              </a:extLst>
            </p:cNvPr>
            <p:cNvSpPr/>
            <p:nvPr/>
          </p:nvSpPr>
          <p:spPr>
            <a:xfrm>
              <a:off x="4105378" y="2636227"/>
              <a:ext cx="254137" cy="391048"/>
            </a:xfrm>
            <a:custGeom>
              <a:avLst/>
              <a:gdLst/>
              <a:ahLst/>
              <a:cxnLst/>
              <a:rect l="l" t="t" r="r" b="b"/>
              <a:pathLst>
                <a:path w="11245" h="17303" extrusionOk="0">
                  <a:moveTo>
                    <a:pt x="2957" y="14346"/>
                  </a:moveTo>
                  <a:lnTo>
                    <a:pt x="2957" y="15606"/>
                  </a:lnTo>
                  <a:lnTo>
                    <a:pt x="1746" y="14346"/>
                  </a:lnTo>
                  <a:close/>
                  <a:moveTo>
                    <a:pt x="10227" y="969"/>
                  </a:moveTo>
                  <a:lnTo>
                    <a:pt x="10227" y="16284"/>
                  </a:lnTo>
                  <a:lnTo>
                    <a:pt x="3975" y="16284"/>
                  </a:lnTo>
                  <a:lnTo>
                    <a:pt x="3975" y="13861"/>
                  </a:lnTo>
                  <a:lnTo>
                    <a:pt x="3975" y="13667"/>
                  </a:lnTo>
                  <a:lnTo>
                    <a:pt x="3830" y="13473"/>
                  </a:lnTo>
                  <a:lnTo>
                    <a:pt x="3684" y="13376"/>
                  </a:lnTo>
                  <a:lnTo>
                    <a:pt x="3490" y="13328"/>
                  </a:lnTo>
                  <a:lnTo>
                    <a:pt x="1019" y="13328"/>
                  </a:lnTo>
                  <a:lnTo>
                    <a:pt x="1019" y="969"/>
                  </a:lnTo>
                  <a:close/>
                  <a:moveTo>
                    <a:pt x="340" y="0"/>
                  </a:moveTo>
                  <a:lnTo>
                    <a:pt x="146" y="146"/>
                  </a:lnTo>
                  <a:lnTo>
                    <a:pt x="49" y="291"/>
                  </a:lnTo>
                  <a:lnTo>
                    <a:pt x="1" y="485"/>
                  </a:lnTo>
                  <a:lnTo>
                    <a:pt x="1" y="13861"/>
                  </a:lnTo>
                  <a:lnTo>
                    <a:pt x="49" y="14055"/>
                  </a:lnTo>
                  <a:lnTo>
                    <a:pt x="146" y="14200"/>
                  </a:lnTo>
                  <a:lnTo>
                    <a:pt x="3151" y="17157"/>
                  </a:lnTo>
                  <a:lnTo>
                    <a:pt x="3297" y="17302"/>
                  </a:lnTo>
                  <a:lnTo>
                    <a:pt x="10954" y="17302"/>
                  </a:lnTo>
                  <a:lnTo>
                    <a:pt x="11099" y="17157"/>
                  </a:lnTo>
                  <a:lnTo>
                    <a:pt x="11245" y="17011"/>
                  </a:lnTo>
                  <a:lnTo>
                    <a:pt x="11245" y="16817"/>
                  </a:lnTo>
                  <a:lnTo>
                    <a:pt x="11245" y="485"/>
                  </a:lnTo>
                  <a:lnTo>
                    <a:pt x="11245" y="291"/>
                  </a:lnTo>
                  <a:lnTo>
                    <a:pt x="11099" y="146"/>
                  </a:lnTo>
                  <a:lnTo>
                    <a:pt x="1095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255;p71">
              <a:extLst>
                <a:ext uri="{FF2B5EF4-FFF2-40B4-BE49-F238E27FC236}">
                  <a16:creationId xmlns:a16="http://schemas.microsoft.com/office/drawing/2014/main" id="{D315C98F-0161-9FEF-92EC-F662CB84A959}"/>
                </a:ext>
              </a:extLst>
            </p:cNvPr>
            <p:cNvSpPr/>
            <p:nvPr/>
          </p:nvSpPr>
          <p:spPr>
            <a:xfrm>
              <a:off x="4151391" y="2845413"/>
              <a:ext cx="162132" cy="69043"/>
            </a:xfrm>
            <a:custGeom>
              <a:avLst/>
              <a:gdLst/>
              <a:ahLst/>
              <a:cxnLst/>
              <a:rect l="l" t="t" r="r" b="b"/>
              <a:pathLst>
                <a:path w="7174" h="3055" extrusionOk="0">
                  <a:moveTo>
                    <a:pt x="6155" y="1019"/>
                  </a:moveTo>
                  <a:lnTo>
                    <a:pt x="6155" y="2036"/>
                  </a:lnTo>
                  <a:lnTo>
                    <a:pt x="1018" y="2036"/>
                  </a:lnTo>
                  <a:lnTo>
                    <a:pt x="1018" y="1019"/>
                  </a:lnTo>
                  <a:close/>
                  <a:moveTo>
                    <a:pt x="340" y="1"/>
                  </a:moveTo>
                  <a:lnTo>
                    <a:pt x="146" y="146"/>
                  </a:lnTo>
                  <a:lnTo>
                    <a:pt x="49" y="292"/>
                  </a:lnTo>
                  <a:lnTo>
                    <a:pt x="0" y="486"/>
                  </a:lnTo>
                  <a:lnTo>
                    <a:pt x="0" y="2521"/>
                  </a:lnTo>
                  <a:lnTo>
                    <a:pt x="49" y="2715"/>
                  </a:lnTo>
                  <a:lnTo>
                    <a:pt x="146" y="2860"/>
                  </a:lnTo>
                  <a:lnTo>
                    <a:pt x="340" y="3006"/>
                  </a:lnTo>
                  <a:lnTo>
                    <a:pt x="534" y="3054"/>
                  </a:lnTo>
                  <a:lnTo>
                    <a:pt x="6689" y="3054"/>
                  </a:lnTo>
                  <a:lnTo>
                    <a:pt x="6882" y="3006"/>
                  </a:lnTo>
                  <a:lnTo>
                    <a:pt x="7028" y="2860"/>
                  </a:lnTo>
                  <a:lnTo>
                    <a:pt x="7173" y="2715"/>
                  </a:lnTo>
                  <a:lnTo>
                    <a:pt x="7173" y="2521"/>
                  </a:lnTo>
                  <a:lnTo>
                    <a:pt x="7173" y="486"/>
                  </a:lnTo>
                  <a:lnTo>
                    <a:pt x="7173" y="292"/>
                  </a:lnTo>
                  <a:lnTo>
                    <a:pt x="7028" y="146"/>
                  </a:lnTo>
                  <a:lnTo>
                    <a:pt x="68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256;p71">
              <a:extLst>
                <a:ext uri="{FF2B5EF4-FFF2-40B4-BE49-F238E27FC236}">
                  <a16:creationId xmlns:a16="http://schemas.microsoft.com/office/drawing/2014/main" id="{FFEC0014-9D07-4DC4-19EF-391BCFE6B245}"/>
                </a:ext>
              </a:extLst>
            </p:cNvPr>
            <p:cNvSpPr/>
            <p:nvPr/>
          </p:nvSpPr>
          <p:spPr>
            <a:xfrm>
              <a:off x="4244481" y="2781884"/>
              <a:ext cx="69043" cy="23029"/>
            </a:xfrm>
            <a:custGeom>
              <a:avLst/>
              <a:gdLst/>
              <a:ahLst/>
              <a:cxnLst/>
              <a:rect l="l" t="t" r="r" b="b"/>
              <a:pathLst>
                <a:path w="3055" h="1019" extrusionOk="0">
                  <a:moveTo>
                    <a:pt x="486" y="1"/>
                  </a:moveTo>
                  <a:lnTo>
                    <a:pt x="292" y="49"/>
                  </a:lnTo>
                  <a:lnTo>
                    <a:pt x="146" y="146"/>
                  </a:lnTo>
                  <a:lnTo>
                    <a:pt x="49" y="292"/>
                  </a:lnTo>
                  <a:lnTo>
                    <a:pt x="1" y="486"/>
                  </a:lnTo>
                  <a:lnTo>
                    <a:pt x="49" y="728"/>
                  </a:lnTo>
                  <a:lnTo>
                    <a:pt x="146" y="873"/>
                  </a:lnTo>
                  <a:lnTo>
                    <a:pt x="292" y="970"/>
                  </a:lnTo>
                  <a:lnTo>
                    <a:pt x="486" y="1019"/>
                  </a:lnTo>
                  <a:lnTo>
                    <a:pt x="2570" y="1019"/>
                  </a:lnTo>
                  <a:lnTo>
                    <a:pt x="2763" y="970"/>
                  </a:lnTo>
                  <a:lnTo>
                    <a:pt x="2909" y="873"/>
                  </a:lnTo>
                  <a:lnTo>
                    <a:pt x="3054" y="728"/>
                  </a:lnTo>
                  <a:lnTo>
                    <a:pt x="3054" y="486"/>
                  </a:lnTo>
                  <a:lnTo>
                    <a:pt x="3054" y="292"/>
                  </a:lnTo>
                  <a:lnTo>
                    <a:pt x="2909" y="146"/>
                  </a:lnTo>
                  <a:lnTo>
                    <a:pt x="2763" y="49"/>
                  </a:lnTo>
                  <a:lnTo>
                    <a:pt x="25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257;p71">
              <a:extLst>
                <a:ext uri="{FF2B5EF4-FFF2-40B4-BE49-F238E27FC236}">
                  <a16:creationId xmlns:a16="http://schemas.microsoft.com/office/drawing/2014/main" id="{B1CEA7E2-9685-0406-0AA2-E751007021DA}"/>
                </a:ext>
              </a:extLst>
            </p:cNvPr>
            <p:cNvSpPr/>
            <p:nvPr/>
          </p:nvSpPr>
          <p:spPr>
            <a:xfrm>
              <a:off x="4244481" y="2731509"/>
              <a:ext cx="69043" cy="23029"/>
            </a:xfrm>
            <a:custGeom>
              <a:avLst/>
              <a:gdLst/>
              <a:ahLst/>
              <a:cxnLst/>
              <a:rect l="l" t="t" r="r" b="b"/>
              <a:pathLst>
                <a:path w="3055" h="1019" extrusionOk="0">
                  <a:moveTo>
                    <a:pt x="486" y="1"/>
                  </a:moveTo>
                  <a:lnTo>
                    <a:pt x="292" y="49"/>
                  </a:lnTo>
                  <a:lnTo>
                    <a:pt x="146" y="146"/>
                  </a:lnTo>
                  <a:lnTo>
                    <a:pt x="49" y="340"/>
                  </a:lnTo>
                  <a:lnTo>
                    <a:pt x="1" y="534"/>
                  </a:lnTo>
                  <a:lnTo>
                    <a:pt x="49" y="728"/>
                  </a:lnTo>
                  <a:lnTo>
                    <a:pt x="146" y="873"/>
                  </a:lnTo>
                  <a:lnTo>
                    <a:pt x="292" y="970"/>
                  </a:lnTo>
                  <a:lnTo>
                    <a:pt x="486" y="1018"/>
                  </a:lnTo>
                  <a:lnTo>
                    <a:pt x="2570" y="1018"/>
                  </a:lnTo>
                  <a:lnTo>
                    <a:pt x="2763" y="970"/>
                  </a:lnTo>
                  <a:lnTo>
                    <a:pt x="2909" y="873"/>
                  </a:lnTo>
                  <a:lnTo>
                    <a:pt x="3054" y="728"/>
                  </a:lnTo>
                  <a:lnTo>
                    <a:pt x="3054" y="534"/>
                  </a:lnTo>
                  <a:lnTo>
                    <a:pt x="3054" y="340"/>
                  </a:lnTo>
                  <a:lnTo>
                    <a:pt x="2909" y="146"/>
                  </a:lnTo>
                  <a:lnTo>
                    <a:pt x="2763" y="49"/>
                  </a:lnTo>
                  <a:lnTo>
                    <a:pt x="25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58;p71">
              <a:extLst>
                <a:ext uri="{FF2B5EF4-FFF2-40B4-BE49-F238E27FC236}">
                  <a16:creationId xmlns:a16="http://schemas.microsoft.com/office/drawing/2014/main" id="{2D321D01-EBB7-50DF-DE03-CBE1FD8A8EA9}"/>
                </a:ext>
              </a:extLst>
            </p:cNvPr>
            <p:cNvSpPr/>
            <p:nvPr/>
          </p:nvSpPr>
          <p:spPr>
            <a:xfrm>
              <a:off x="4244481" y="2681133"/>
              <a:ext cx="69043" cy="23007"/>
            </a:xfrm>
            <a:custGeom>
              <a:avLst/>
              <a:gdLst/>
              <a:ahLst/>
              <a:cxnLst/>
              <a:rect l="l" t="t" r="r" b="b"/>
              <a:pathLst>
                <a:path w="3055" h="1018" extrusionOk="0">
                  <a:moveTo>
                    <a:pt x="486" y="0"/>
                  </a:moveTo>
                  <a:lnTo>
                    <a:pt x="292" y="49"/>
                  </a:lnTo>
                  <a:lnTo>
                    <a:pt x="146" y="194"/>
                  </a:lnTo>
                  <a:lnTo>
                    <a:pt x="49" y="339"/>
                  </a:lnTo>
                  <a:lnTo>
                    <a:pt x="1" y="533"/>
                  </a:lnTo>
                  <a:lnTo>
                    <a:pt x="49" y="727"/>
                  </a:lnTo>
                  <a:lnTo>
                    <a:pt x="146" y="873"/>
                  </a:lnTo>
                  <a:lnTo>
                    <a:pt x="292" y="1018"/>
                  </a:lnTo>
                  <a:lnTo>
                    <a:pt x="2763" y="1018"/>
                  </a:lnTo>
                  <a:lnTo>
                    <a:pt x="2909" y="873"/>
                  </a:lnTo>
                  <a:lnTo>
                    <a:pt x="3054" y="727"/>
                  </a:lnTo>
                  <a:lnTo>
                    <a:pt x="3054" y="533"/>
                  </a:lnTo>
                  <a:lnTo>
                    <a:pt x="3054" y="339"/>
                  </a:lnTo>
                  <a:lnTo>
                    <a:pt x="2909" y="194"/>
                  </a:lnTo>
                  <a:lnTo>
                    <a:pt x="2763" y="49"/>
                  </a:lnTo>
                  <a:lnTo>
                    <a:pt x="25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259;p71">
              <a:extLst>
                <a:ext uri="{FF2B5EF4-FFF2-40B4-BE49-F238E27FC236}">
                  <a16:creationId xmlns:a16="http://schemas.microsoft.com/office/drawing/2014/main" id="{9CB08D48-3A91-2606-FBC9-0D5F43C520CA}"/>
                </a:ext>
              </a:extLst>
            </p:cNvPr>
            <p:cNvSpPr/>
            <p:nvPr/>
          </p:nvSpPr>
          <p:spPr>
            <a:xfrm>
              <a:off x="4151391" y="2681133"/>
              <a:ext cx="73405" cy="54782"/>
            </a:xfrm>
            <a:custGeom>
              <a:avLst/>
              <a:gdLst/>
              <a:ahLst/>
              <a:cxnLst/>
              <a:rect l="l" t="t" r="r" b="b"/>
              <a:pathLst>
                <a:path w="3248" h="2424" extrusionOk="0">
                  <a:moveTo>
                    <a:pt x="2714" y="0"/>
                  </a:moveTo>
                  <a:lnTo>
                    <a:pt x="2521" y="49"/>
                  </a:lnTo>
                  <a:lnTo>
                    <a:pt x="2375" y="194"/>
                  </a:lnTo>
                  <a:lnTo>
                    <a:pt x="1357" y="1212"/>
                  </a:lnTo>
                  <a:lnTo>
                    <a:pt x="873" y="727"/>
                  </a:lnTo>
                  <a:lnTo>
                    <a:pt x="727" y="630"/>
                  </a:lnTo>
                  <a:lnTo>
                    <a:pt x="534" y="582"/>
                  </a:lnTo>
                  <a:lnTo>
                    <a:pt x="340" y="630"/>
                  </a:lnTo>
                  <a:lnTo>
                    <a:pt x="146" y="727"/>
                  </a:lnTo>
                  <a:lnTo>
                    <a:pt x="49" y="921"/>
                  </a:lnTo>
                  <a:lnTo>
                    <a:pt x="0" y="1115"/>
                  </a:lnTo>
                  <a:lnTo>
                    <a:pt x="49" y="1309"/>
                  </a:lnTo>
                  <a:lnTo>
                    <a:pt x="146" y="1454"/>
                  </a:lnTo>
                  <a:lnTo>
                    <a:pt x="970" y="2278"/>
                  </a:lnTo>
                  <a:lnTo>
                    <a:pt x="1164" y="2375"/>
                  </a:lnTo>
                  <a:lnTo>
                    <a:pt x="1357" y="2423"/>
                  </a:lnTo>
                  <a:lnTo>
                    <a:pt x="1503" y="2375"/>
                  </a:lnTo>
                  <a:lnTo>
                    <a:pt x="1697" y="2278"/>
                  </a:lnTo>
                  <a:lnTo>
                    <a:pt x="3102" y="873"/>
                  </a:lnTo>
                  <a:lnTo>
                    <a:pt x="3199" y="727"/>
                  </a:lnTo>
                  <a:lnTo>
                    <a:pt x="3248" y="533"/>
                  </a:lnTo>
                  <a:lnTo>
                    <a:pt x="3199" y="339"/>
                  </a:lnTo>
                  <a:lnTo>
                    <a:pt x="3102" y="194"/>
                  </a:lnTo>
                  <a:lnTo>
                    <a:pt x="2908" y="49"/>
                  </a:lnTo>
                  <a:lnTo>
                    <a:pt x="271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260;p71">
              <a:extLst>
                <a:ext uri="{FF2B5EF4-FFF2-40B4-BE49-F238E27FC236}">
                  <a16:creationId xmlns:a16="http://schemas.microsoft.com/office/drawing/2014/main" id="{A164BDE1-37D7-1764-C2ED-BF3410DE00AA}"/>
                </a:ext>
              </a:extLst>
            </p:cNvPr>
            <p:cNvSpPr/>
            <p:nvPr/>
          </p:nvSpPr>
          <p:spPr>
            <a:xfrm>
              <a:off x="4151391" y="2750131"/>
              <a:ext cx="73405" cy="54782"/>
            </a:xfrm>
            <a:custGeom>
              <a:avLst/>
              <a:gdLst/>
              <a:ahLst/>
              <a:cxnLst/>
              <a:rect l="l" t="t" r="r" b="b"/>
              <a:pathLst>
                <a:path w="3248" h="2424" extrusionOk="0">
                  <a:moveTo>
                    <a:pt x="2714" y="0"/>
                  </a:moveTo>
                  <a:lnTo>
                    <a:pt x="2521" y="49"/>
                  </a:lnTo>
                  <a:lnTo>
                    <a:pt x="2375" y="146"/>
                  </a:lnTo>
                  <a:lnTo>
                    <a:pt x="1357" y="1212"/>
                  </a:lnTo>
                  <a:lnTo>
                    <a:pt x="873" y="727"/>
                  </a:lnTo>
                  <a:lnTo>
                    <a:pt x="727" y="630"/>
                  </a:lnTo>
                  <a:lnTo>
                    <a:pt x="534" y="582"/>
                  </a:lnTo>
                  <a:lnTo>
                    <a:pt x="340" y="630"/>
                  </a:lnTo>
                  <a:lnTo>
                    <a:pt x="146" y="727"/>
                  </a:lnTo>
                  <a:lnTo>
                    <a:pt x="49" y="921"/>
                  </a:lnTo>
                  <a:lnTo>
                    <a:pt x="0" y="1115"/>
                  </a:lnTo>
                  <a:lnTo>
                    <a:pt x="49" y="1309"/>
                  </a:lnTo>
                  <a:lnTo>
                    <a:pt x="146" y="1454"/>
                  </a:lnTo>
                  <a:lnTo>
                    <a:pt x="970" y="2278"/>
                  </a:lnTo>
                  <a:lnTo>
                    <a:pt x="1164" y="2375"/>
                  </a:lnTo>
                  <a:lnTo>
                    <a:pt x="1357" y="2424"/>
                  </a:lnTo>
                  <a:lnTo>
                    <a:pt x="1503" y="2375"/>
                  </a:lnTo>
                  <a:lnTo>
                    <a:pt x="1697" y="2278"/>
                  </a:lnTo>
                  <a:lnTo>
                    <a:pt x="3102" y="873"/>
                  </a:lnTo>
                  <a:lnTo>
                    <a:pt x="3199" y="727"/>
                  </a:lnTo>
                  <a:lnTo>
                    <a:pt x="3248" y="534"/>
                  </a:lnTo>
                  <a:lnTo>
                    <a:pt x="3199" y="340"/>
                  </a:lnTo>
                  <a:lnTo>
                    <a:pt x="3102" y="146"/>
                  </a:lnTo>
                  <a:lnTo>
                    <a:pt x="2908" y="49"/>
                  </a:lnTo>
                  <a:lnTo>
                    <a:pt x="271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3" name="Google Shape;503;p44">
            <a:extLst>
              <a:ext uri="{FF2B5EF4-FFF2-40B4-BE49-F238E27FC236}">
                <a16:creationId xmlns:a16="http://schemas.microsoft.com/office/drawing/2014/main" id="{E4D92F10-A947-E097-801D-9CF1CF58B0D0}"/>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t-IT" dirty="0"/>
              <a:t>Operazioni effettuate</a:t>
            </a:r>
          </a:p>
        </p:txBody>
      </p:sp>
      <p:sp>
        <p:nvSpPr>
          <p:cNvPr id="507" name="Google Shape;507;p44">
            <a:extLst>
              <a:ext uri="{FF2B5EF4-FFF2-40B4-BE49-F238E27FC236}">
                <a16:creationId xmlns:a16="http://schemas.microsoft.com/office/drawing/2014/main" id="{57BFD951-D634-EBD2-A47B-3216DE6472AD}"/>
              </a:ext>
            </a:extLst>
          </p:cNvPr>
          <p:cNvSpPr txBox="1">
            <a:spLocks noGrp="1"/>
          </p:cNvSpPr>
          <p:nvPr>
            <p:ph type="subTitle" idx="4"/>
          </p:nvPr>
        </p:nvSpPr>
        <p:spPr>
          <a:xfrm>
            <a:off x="881201" y="2256462"/>
            <a:ext cx="2288100" cy="883124"/>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it-IT" dirty="0"/>
              <a:t>Creazione transazioni</a:t>
            </a:r>
          </a:p>
        </p:txBody>
      </p:sp>
      <p:sp>
        <p:nvSpPr>
          <p:cNvPr id="508" name="Google Shape;508;p44">
            <a:extLst>
              <a:ext uri="{FF2B5EF4-FFF2-40B4-BE49-F238E27FC236}">
                <a16:creationId xmlns:a16="http://schemas.microsoft.com/office/drawing/2014/main" id="{76A0F20D-0F4E-67D2-E1D0-351E7CFEA5C4}"/>
              </a:ext>
            </a:extLst>
          </p:cNvPr>
          <p:cNvSpPr txBox="1">
            <a:spLocks noGrp="1"/>
          </p:cNvSpPr>
          <p:nvPr>
            <p:ph type="subTitle" idx="5"/>
          </p:nvPr>
        </p:nvSpPr>
        <p:spPr>
          <a:xfrm>
            <a:off x="3427954" y="2250275"/>
            <a:ext cx="2288100" cy="1321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it-IT" dirty="0"/>
              <a:t>Rimozione itemset troppo frequenti </a:t>
            </a:r>
          </a:p>
        </p:txBody>
      </p:sp>
      <p:sp>
        <p:nvSpPr>
          <p:cNvPr id="509" name="Google Shape;509;p44">
            <a:extLst>
              <a:ext uri="{FF2B5EF4-FFF2-40B4-BE49-F238E27FC236}">
                <a16:creationId xmlns:a16="http://schemas.microsoft.com/office/drawing/2014/main" id="{2648107A-0D49-C691-CFBA-952F286433F4}"/>
              </a:ext>
            </a:extLst>
          </p:cNvPr>
          <p:cNvSpPr txBox="1">
            <a:spLocks noGrp="1"/>
          </p:cNvSpPr>
          <p:nvPr>
            <p:ph type="subTitle" idx="6"/>
          </p:nvPr>
        </p:nvSpPr>
        <p:spPr>
          <a:xfrm>
            <a:off x="5974699" y="2250275"/>
            <a:ext cx="2288100" cy="883124"/>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it-IT" dirty="0"/>
              <a:t>Generazione Regole</a:t>
            </a:r>
          </a:p>
        </p:txBody>
      </p:sp>
      <p:grpSp>
        <p:nvGrpSpPr>
          <p:cNvPr id="2" name="Google Shape;588;p46">
            <a:extLst>
              <a:ext uri="{FF2B5EF4-FFF2-40B4-BE49-F238E27FC236}">
                <a16:creationId xmlns:a16="http://schemas.microsoft.com/office/drawing/2014/main" id="{23B543C7-E66F-AC63-7D06-881C1B85E221}"/>
              </a:ext>
            </a:extLst>
          </p:cNvPr>
          <p:cNvGrpSpPr/>
          <p:nvPr/>
        </p:nvGrpSpPr>
        <p:grpSpPr>
          <a:xfrm>
            <a:off x="1829199" y="1788576"/>
            <a:ext cx="392133" cy="392155"/>
            <a:chOff x="6727565" y="2635120"/>
            <a:chExt cx="392133" cy="392155"/>
          </a:xfrm>
        </p:grpSpPr>
        <p:sp>
          <p:nvSpPr>
            <p:cNvPr id="3" name="Google Shape;589;p46">
              <a:extLst>
                <a:ext uri="{FF2B5EF4-FFF2-40B4-BE49-F238E27FC236}">
                  <a16:creationId xmlns:a16="http://schemas.microsoft.com/office/drawing/2014/main" id="{B0F931CD-3831-DAD3-272A-CFDB229D59B9}"/>
                </a:ext>
              </a:extLst>
            </p:cNvPr>
            <p:cNvSpPr/>
            <p:nvPr/>
          </p:nvSpPr>
          <p:spPr>
            <a:xfrm>
              <a:off x="6727565" y="2635120"/>
              <a:ext cx="306705" cy="307812"/>
            </a:xfrm>
            <a:custGeom>
              <a:avLst/>
              <a:gdLst/>
              <a:ahLst/>
              <a:cxnLst/>
              <a:rect l="l" t="t" r="r" b="b"/>
              <a:pathLst>
                <a:path w="13571" h="13620" extrusionOk="0">
                  <a:moveTo>
                    <a:pt x="10614" y="1018"/>
                  </a:moveTo>
                  <a:lnTo>
                    <a:pt x="10808" y="1067"/>
                  </a:lnTo>
                  <a:lnTo>
                    <a:pt x="10953" y="1164"/>
                  </a:lnTo>
                  <a:lnTo>
                    <a:pt x="12407" y="2618"/>
                  </a:lnTo>
                  <a:lnTo>
                    <a:pt x="12553" y="2812"/>
                  </a:lnTo>
                  <a:lnTo>
                    <a:pt x="12553" y="2957"/>
                  </a:lnTo>
                  <a:lnTo>
                    <a:pt x="12553" y="3151"/>
                  </a:lnTo>
                  <a:lnTo>
                    <a:pt x="12407" y="3345"/>
                  </a:lnTo>
                  <a:lnTo>
                    <a:pt x="11826" y="3926"/>
                  </a:lnTo>
                  <a:lnTo>
                    <a:pt x="9645" y="1794"/>
                  </a:lnTo>
                  <a:lnTo>
                    <a:pt x="10275" y="1164"/>
                  </a:lnTo>
                  <a:lnTo>
                    <a:pt x="10420" y="1067"/>
                  </a:lnTo>
                  <a:lnTo>
                    <a:pt x="10614" y="1018"/>
                  </a:lnTo>
                  <a:close/>
                  <a:moveTo>
                    <a:pt x="8918" y="2521"/>
                  </a:moveTo>
                  <a:lnTo>
                    <a:pt x="9693" y="3248"/>
                  </a:lnTo>
                  <a:lnTo>
                    <a:pt x="3150" y="9742"/>
                  </a:lnTo>
                  <a:lnTo>
                    <a:pt x="2424" y="9015"/>
                  </a:lnTo>
                  <a:lnTo>
                    <a:pt x="8918" y="2521"/>
                  </a:lnTo>
                  <a:close/>
                  <a:moveTo>
                    <a:pt x="10372" y="3975"/>
                  </a:moveTo>
                  <a:lnTo>
                    <a:pt x="11099" y="4653"/>
                  </a:lnTo>
                  <a:lnTo>
                    <a:pt x="4556" y="11148"/>
                  </a:lnTo>
                  <a:lnTo>
                    <a:pt x="3877" y="10469"/>
                  </a:lnTo>
                  <a:lnTo>
                    <a:pt x="10372" y="3975"/>
                  </a:lnTo>
                  <a:close/>
                  <a:moveTo>
                    <a:pt x="1939" y="9984"/>
                  </a:moveTo>
                  <a:lnTo>
                    <a:pt x="3635" y="11632"/>
                  </a:lnTo>
                  <a:lnTo>
                    <a:pt x="1260" y="12359"/>
                  </a:lnTo>
                  <a:lnTo>
                    <a:pt x="1260" y="12359"/>
                  </a:lnTo>
                  <a:lnTo>
                    <a:pt x="1939" y="9984"/>
                  </a:lnTo>
                  <a:close/>
                  <a:moveTo>
                    <a:pt x="10614" y="1"/>
                  </a:moveTo>
                  <a:lnTo>
                    <a:pt x="10323" y="49"/>
                  </a:lnTo>
                  <a:lnTo>
                    <a:pt x="10033" y="98"/>
                  </a:lnTo>
                  <a:lnTo>
                    <a:pt x="9790" y="243"/>
                  </a:lnTo>
                  <a:lnTo>
                    <a:pt x="9548" y="437"/>
                  </a:lnTo>
                  <a:lnTo>
                    <a:pt x="8579" y="1406"/>
                  </a:lnTo>
                  <a:lnTo>
                    <a:pt x="1357" y="8676"/>
                  </a:lnTo>
                  <a:lnTo>
                    <a:pt x="1260" y="8773"/>
                  </a:lnTo>
                  <a:lnTo>
                    <a:pt x="1212" y="8870"/>
                  </a:lnTo>
                  <a:lnTo>
                    <a:pt x="49" y="12989"/>
                  </a:lnTo>
                  <a:lnTo>
                    <a:pt x="0" y="13086"/>
                  </a:lnTo>
                  <a:lnTo>
                    <a:pt x="49" y="13232"/>
                  </a:lnTo>
                  <a:lnTo>
                    <a:pt x="97" y="13377"/>
                  </a:lnTo>
                  <a:lnTo>
                    <a:pt x="194" y="13474"/>
                  </a:lnTo>
                  <a:lnTo>
                    <a:pt x="291" y="13571"/>
                  </a:lnTo>
                  <a:lnTo>
                    <a:pt x="388" y="13619"/>
                  </a:lnTo>
                  <a:lnTo>
                    <a:pt x="533" y="13619"/>
                  </a:lnTo>
                  <a:lnTo>
                    <a:pt x="679" y="13571"/>
                  </a:lnTo>
                  <a:lnTo>
                    <a:pt x="4701" y="12359"/>
                  </a:lnTo>
                  <a:lnTo>
                    <a:pt x="4798" y="12359"/>
                  </a:lnTo>
                  <a:lnTo>
                    <a:pt x="4944" y="12262"/>
                  </a:lnTo>
                  <a:lnTo>
                    <a:pt x="13134" y="4023"/>
                  </a:lnTo>
                  <a:lnTo>
                    <a:pt x="13328" y="3781"/>
                  </a:lnTo>
                  <a:lnTo>
                    <a:pt x="13474" y="3539"/>
                  </a:lnTo>
                  <a:lnTo>
                    <a:pt x="13570" y="3248"/>
                  </a:lnTo>
                  <a:lnTo>
                    <a:pt x="13570" y="2957"/>
                  </a:lnTo>
                  <a:lnTo>
                    <a:pt x="13570" y="2715"/>
                  </a:lnTo>
                  <a:lnTo>
                    <a:pt x="13474" y="2424"/>
                  </a:lnTo>
                  <a:lnTo>
                    <a:pt x="13328" y="2133"/>
                  </a:lnTo>
                  <a:lnTo>
                    <a:pt x="13134" y="1939"/>
                  </a:lnTo>
                  <a:lnTo>
                    <a:pt x="11680" y="437"/>
                  </a:lnTo>
                  <a:lnTo>
                    <a:pt x="11438" y="243"/>
                  </a:lnTo>
                  <a:lnTo>
                    <a:pt x="11196" y="98"/>
                  </a:lnTo>
                  <a:lnTo>
                    <a:pt x="10905" y="49"/>
                  </a:lnTo>
                  <a:lnTo>
                    <a:pt x="1061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590;p46">
              <a:extLst>
                <a:ext uri="{FF2B5EF4-FFF2-40B4-BE49-F238E27FC236}">
                  <a16:creationId xmlns:a16="http://schemas.microsoft.com/office/drawing/2014/main" id="{52C73220-5EAB-DBB1-C19D-3629F853E133}"/>
                </a:ext>
              </a:extLst>
            </p:cNvPr>
            <p:cNvSpPr/>
            <p:nvPr/>
          </p:nvSpPr>
          <p:spPr>
            <a:xfrm>
              <a:off x="6911575" y="2816937"/>
              <a:ext cx="208123" cy="210338"/>
            </a:xfrm>
            <a:custGeom>
              <a:avLst/>
              <a:gdLst/>
              <a:ahLst/>
              <a:cxnLst/>
              <a:rect l="l" t="t" r="r" b="b"/>
              <a:pathLst>
                <a:path w="9209" h="9307" extrusionOk="0">
                  <a:moveTo>
                    <a:pt x="5138" y="1019"/>
                  </a:moveTo>
                  <a:lnTo>
                    <a:pt x="5138" y="1649"/>
                  </a:lnTo>
                  <a:lnTo>
                    <a:pt x="5138" y="1794"/>
                  </a:lnTo>
                  <a:lnTo>
                    <a:pt x="5235" y="1939"/>
                  </a:lnTo>
                  <a:lnTo>
                    <a:pt x="5332" y="2036"/>
                  </a:lnTo>
                  <a:lnTo>
                    <a:pt x="5477" y="2133"/>
                  </a:lnTo>
                  <a:lnTo>
                    <a:pt x="5962" y="2327"/>
                  </a:lnTo>
                  <a:lnTo>
                    <a:pt x="6349" y="2666"/>
                  </a:lnTo>
                  <a:lnTo>
                    <a:pt x="6495" y="2763"/>
                  </a:lnTo>
                  <a:lnTo>
                    <a:pt x="6834" y="2763"/>
                  </a:lnTo>
                  <a:lnTo>
                    <a:pt x="6979" y="2715"/>
                  </a:lnTo>
                  <a:lnTo>
                    <a:pt x="7512" y="2376"/>
                  </a:lnTo>
                  <a:lnTo>
                    <a:pt x="7997" y="3296"/>
                  </a:lnTo>
                  <a:lnTo>
                    <a:pt x="7464" y="3587"/>
                  </a:lnTo>
                  <a:lnTo>
                    <a:pt x="7367" y="3684"/>
                  </a:lnTo>
                  <a:lnTo>
                    <a:pt x="7270" y="3830"/>
                  </a:lnTo>
                  <a:lnTo>
                    <a:pt x="7222" y="3975"/>
                  </a:lnTo>
                  <a:lnTo>
                    <a:pt x="7222" y="4120"/>
                  </a:lnTo>
                  <a:lnTo>
                    <a:pt x="7270" y="4653"/>
                  </a:lnTo>
                  <a:lnTo>
                    <a:pt x="7222" y="5187"/>
                  </a:lnTo>
                  <a:lnTo>
                    <a:pt x="7222" y="5332"/>
                  </a:lnTo>
                  <a:lnTo>
                    <a:pt x="7270" y="5477"/>
                  </a:lnTo>
                  <a:lnTo>
                    <a:pt x="7367" y="5623"/>
                  </a:lnTo>
                  <a:lnTo>
                    <a:pt x="7464" y="5720"/>
                  </a:lnTo>
                  <a:lnTo>
                    <a:pt x="7997" y="6010"/>
                  </a:lnTo>
                  <a:lnTo>
                    <a:pt x="7512" y="6931"/>
                  </a:lnTo>
                  <a:lnTo>
                    <a:pt x="6979" y="6592"/>
                  </a:lnTo>
                  <a:lnTo>
                    <a:pt x="6834" y="6544"/>
                  </a:lnTo>
                  <a:lnTo>
                    <a:pt x="6495" y="6544"/>
                  </a:lnTo>
                  <a:lnTo>
                    <a:pt x="6349" y="6640"/>
                  </a:lnTo>
                  <a:lnTo>
                    <a:pt x="5962" y="6980"/>
                  </a:lnTo>
                  <a:lnTo>
                    <a:pt x="5477" y="7174"/>
                  </a:lnTo>
                  <a:lnTo>
                    <a:pt x="5332" y="7271"/>
                  </a:lnTo>
                  <a:lnTo>
                    <a:pt x="5235" y="7367"/>
                  </a:lnTo>
                  <a:lnTo>
                    <a:pt x="5138" y="7513"/>
                  </a:lnTo>
                  <a:lnTo>
                    <a:pt x="5138" y="7658"/>
                  </a:lnTo>
                  <a:lnTo>
                    <a:pt x="5138" y="8288"/>
                  </a:lnTo>
                  <a:lnTo>
                    <a:pt x="4120" y="8288"/>
                  </a:lnTo>
                  <a:lnTo>
                    <a:pt x="4120" y="7658"/>
                  </a:lnTo>
                  <a:lnTo>
                    <a:pt x="4071" y="7513"/>
                  </a:lnTo>
                  <a:lnTo>
                    <a:pt x="4023" y="7367"/>
                  </a:lnTo>
                  <a:lnTo>
                    <a:pt x="3926" y="7271"/>
                  </a:lnTo>
                  <a:lnTo>
                    <a:pt x="3781" y="7174"/>
                  </a:lnTo>
                  <a:lnTo>
                    <a:pt x="3296" y="6980"/>
                  </a:lnTo>
                  <a:lnTo>
                    <a:pt x="2860" y="6640"/>
                  </a:lnTo>
                  <a:lnTo>
                    <a:pt x="2714" y="6544"/>
                  </a:lnTo>
                  <a:lnTo>
                    <a:pt x="2424" y="6544"/>
                  </a:lnTo>
                  <a:lnTo>
                    <a:pt x="2278" y="6592"/>
                  </a:lnTo>
                  <a:lnTo>
                    <a:pt x="1745" y="6931"/>
                  </a:lnTo>
                  <a:lnTo>
                    <a:pt x="1212" y="6010"/>
                  </a:lnTo>
                  <a:lnTo>
                    <a:pt x="1745" y="5720"/>
                  </a:lnTo>
                  <a:lnTo>
                    <a:pt x="1891" y="5623"/>
                  </a:lnTo>
                  <a:lnTo>
                    <a:pt x="1987" y="5477"/>
                  </a:lnTo>
                  <a:lnTo>
                    <a:pt x="2036" y="5332"/>
                  </a:lnTo>
                  <a:lnTo>
                    <a:pt x="1987" y="5187"/>
                  </a:lnTo>
                  <a:lnTo>
                    <a:pt x="1939" y="4653"/>
                  </a:lnTo>
                  <a:lnTo>
                    <a:pt x="1987" y="4120"/>
                  </a:lnTo>
                  <a:lnTo>
                    <a:pt x="2036" y="3975"/>
                  </a:lnTo>
                  <a:lnTo>
                    <a:pt x="1987" y="3830"/>
                  </a:lnTo>
                  <a:lnTo>
                    <a:pt x="1891" y="3684"/>
                  </a:lnTo>
                  <a:lnTo>
                    <a:pt x="1745" y="3587"/>
                  </a:lnTo>
                  <a:lnTo>
                    <a:pt x="1212" y="3296"/>
                  </a:lnTo>
                  <a:lnTo>
                    <a:pt x="1745" y="2376"/>
                  </a:lnTo>
                  <a:lnTo>
                    <a:pt x="2278" y="2715"/>
                  </a:lnTo>
                  <a:lnTo>
                    <a:pt x="2424" y="2763"/>
                  </a:lnTo>
                  <a:lnTo>
                    <a:pt x="2714" y="2763"/>
                  </a:lnTo>
                  <a:lnTo>
                    <a:pt x="2860" y="2666"/>
                  </a:lnTo>
                  <a:lnTo>
                    <a:pt x="3296" y="2327"/>
                  </a:lnTo>
                  <a:lnTo>
                    <a:pt x="3781" y="2133"/>
                  </a:lnTo>
                  <a:lnTo>
                    <a:pt x="3926" y="2036"/>
                  </a:lnTo>
                  <a:lnTo>
                    <a:pt x="4023" y="1939"/>
                  </a:lnTo>
                  <a:lnTo>
                    <a:pt x="4071" y="1794"/>
                  </a:lnTo>
                  <a:lnTo>
                    <a:pt x="4120" y="1649"/>
                  </a:lnTo>
                  <a:lnTo>
                    <a:pt x="4120" y="1019"/>
                  </a:lnTo>
                  <a:close/>
                  <a:moveTo>
                    <a:pt x="3587" y="1"/>
                  </a:moveTo>
                  <a:lnTo>
                    <a:pt x="3393" y="49"/>
                  </a:lnTo>
                  <a:lnTo>
                    <a:pt x="3248" y="146"/>
                  </a:lnTo>
                  <a:lnTo>
                    <a:pt x="3151" y="292"/>
                  </a:lnTo>
                  <a:lnTo>
                    <a:pt x="3102" y="534"/>
                  </a:lnTo>
                  <a:lnTo>
                    <a:pt x="3102" y="1309"/>
                  </a:lnTo>
                  <a:lnTo>
                    <a:pt x="2763" y="1455"/>
                  </a:lnTo>
                  <a:lnTo>
                    <a:pt x="2472" y="1649"/>
                  </a:lnTo>
                  <a:lnTo>
                    <a:pt x="1794" y="1261"/>
                  </a:lnTo>
                  <a:lnTo>
                    <a:pt x="1600" y="1212"/>
                  </a:lnTo>
                  <a:lnTo>
                    <a:pt x="1406" y="1212"/>
                  </a:lnTo>
                  <a:lnTo>
                    <a:pt x="1212" y="1309"/>
                  </a:lnTo>
                  <a:lnTo>
                    <a:pt x="1115" y="1455"/>
                  </a:lnTo>
                  <a:lnTo>
                    <a:pt x="97" y="3199"/>
                  </a:lnTo>
                  <a:lnTo>
                    <a:pt x="0" y="3393"/>
                  </a:lnTo>
                  <a:lnTo>
                    <a:pt x="49" y="3587"/>
                  </a:lnTo>
                  <a:lnTo>
                    <a:pt x="97" y="3781"/>
                  </a:lnTo>
                  <a:lnTo>
                    <a:pt x="243" y="3926"/>
                  </a:lnTo>
                  <a:lnTo>
                    <a:pt x="970" y="4314"/>
                  </a:lnTo>
                  <a:lnTo>
                    <a:pt x="921" y="4653"/>
                  </a:lnTo>
                  <a:lnTo>
                    <a:pt x="970" y="4993"/>
                  </a:lnTo>
                  <a:lnTo>
                    <a:pt x="243" y="5429"/>
                  </a:lnTo>
                  <a:lnTo>
                    <a:pt x="97" y="5526"/>
                  </a:lnTo>
                  <a:lnTo>
                    <a:pt x="49" y="5720"/>
                  </a:lnTo>
                  <a:lnTo>
                    <a:pt x="0" y="5914"/>
                  </a:lnTo>
                  <a:lnTo>
                    <a:pt x="97" y="6107"/>
                  </a:lnTo>
                  <a:lnTo>
                    <a:pt x="1115" y="7852"/>
                  </a:lnTo>
                  <a:lnTo>
                    <a:pt x="1212" y="7997"/>
                  </a:lnTo>
                  <a:lnTo>
                    <a:pt x="1406" y="8094"/>
                  </a:lnTo>
                  <a:lnTo>
                    <a:pt x="1600" y="8094"/>
                  </a:lnTo>
                  <a:lnTo>
                    <a:pt x="1794" y="8046"/>
                  </a:lnTo>
                  <a:lnTo>
                    <a:pt x="2472" y="7658"/>
                  </a:lnTo>
                  <a:lnTo>
                    <a:pt x="2763" y="7852"/>
                  </a:lnTo>
                  <a:lnTo>
                    <a:pt x="3102" y="7997"/>
                  </a:lnTo>
                  <a:lnTo>
                    <a:pt x="3102" y="8773"/>
                  </a:lnTo>
                  <a:lnTo>
                    <a:pt x="3151" y="9015"/>
                  </a:lnTo>
                  <a:lnTo>
                    <a:pt x="3248" y="9161"/>
                  </a:lnTo>
                  <a:lnTo>
                    <a:pt x="3393" y="9258"/>
                  </a:lnTo>
                  <a:lnTo>
                    <a:pt x="3587" y="9306"/>
                  </a:lnTo>
                  <a:lnTo>
                    <a:pt x="5622" y="9306"/>
                  </a:lnTo>
                  <a:lnTo>
                    <a:pt x="5816" y="9258"/>
                  </a:lnTo>
                  <a:lnTo>
                    <a:pt x="6010" y="9161"/>
                  </a:lnTo>
                  <a:lnTo>
                    <a:pt x="6107" y="9015"/>
                  </a:lnTo>
                  <a:lnTo>
                    <a:pt x="6155" y="8773"/>
                  </a:lnTo>
                  <a:lnTo>
                    <a:pt x="6155" y="7997"/>
                  </a:lnTo>
                  <a:lnTo>
                    <a:pt x="6446" y="7852"/>
                  </a:lnTo>
                  <a:lnTo>
                    <a:pt x="6737" y="7658"/>
                  </a:lnTo>
                  <a:lnTo>
                    <a:pt x="7464" y="8046"/>
                  </a:lnTo>
                  <a:lnTo>
                    <a:pt x="7609" y="8094"/>
                  </a:lnTo>
                  <a:lnTo>
                    <a:pt x="7803" y="8094"/>
                  </a:lnTo>
                  <a:lnTo>
                    <a:pt x="7997" y="7997"/>
                  </a:lnTo>
                  <a:lnTo>
                    <a:pt x="8143" y="7852"/>
                  </a:lnTo>
                  <a:lnTo>
                    <a:pt x="9160" y="6107"/>
                  </a:lnTo>
                  <a:lnTo>
                    <a:pt x="9209" y="5914"/>
                  </a:lnTo>
                  <a:lnTo>
                    <a:pt x="9209" y="5720"/>
                  </a:lnTo>
                  <a:lnTo>
                    <a:pt x="9112" y="5526"/>
                  </a:lnTo>
                  <a:lnTo>
                    <a:pt x="8966" y="5429"/>
                  </a:lnTo>
                  <a:lnTo>
                    <a:pt x="8288" y="4993"/>
                  </a:lnTo>
                  <a:lnTo>
                    <a:pt x="8288" y="4653"/>
                  </a:lnTo>
                  <a:lnTo>
                    <a:pt x="8288" y="4314"/>
                  </a:lnTo>
                  <a:lnTo>
                    <a:pt x="8966" y="3926"/>
                  </a:lnTo>
                  <a:lnTo>
                    <a:pt x="9112" y="3781"/>
                  </a:lnTo>
                  <a:lnTo>
                    <a:pt x="9209" y="3587"/>
                  </a:lnTo>
                  <a:lnTo>
                    <a:pt x="9209" y="3393"/>
                  </a:lnTo>
                  <a:lnTo>
                    <a:pt x="9160" y="3199"/>
                  </a:lnTo>
                  <a:lnTo>
                    <a:pt x="8143" y="1455"/>
                  </a:lnTo>
                  <a:lnTo>
                    <a:pt x="7997" y="1309"/>
                  </a:lnTo>
                  <a:lnTo>
                    <a:pt x="7803" y="1212"/>
                  </a:lnTo>
                  <a:lnTo>
                    <a:pt x="7609" y="1212"/>
                  </a:lnTo>
                  <a:lnTo>
                    <a:pt x="7464" y="1261"/>
                  </a:lnTo>
                  <a:lnTo>
                    <a:pt x="6737" y="1649"/>
                  </a:lnTo>
                  <a:lnTo>
                    <a:pt x="6446" y="1455"/>
                  </a:lnTo>
                  <a:lnTo>
                    <a:pt x="6155" y="1309"/>
                  </a:lnTo>
                  <a:lnTo>
                    <a:pt x="6155" y="534"/>
                  </a:lnTo>
                  <a:lnTo>
                    <a:pt x="6107" y="292"/>
                  </a:lnTo>
                  <a:lnTo>
                    <a:pt x="6010" y="146"/>
                  </a:lnTo>
                  <a:lnTo>
                    <a:pt x="5816" y="49"/>
                  </a:lnTo>
                  <a:lnTo>
                    <a:pt x="56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591;p46">
              <a:extLst>
                <a:ext uri="{FF2B5EF4-FFF2-40B4-BE49-F238E27FC236}">
                  <a16:creationId xmlns:a16="http://schemas.microsoft.com/office/drawing/2014/main" id="{E60B6845-8A5F-F053-353A-A9850ADC355F}"/>
                </a:ext>
              </a:extLst>
            </p:cNvPr>
            <p:cNvSpPr/>
            <p:nvPr/>
          </p:nvSpPr>
          <p:spPr>
            <a:xfrm>
              <a:off x="6981680" y="2888149"/>
              <a:ext cx="69020" cy="67913"/>
            </a:xfrm>
            <a:custGeom>
              <a:avLst/>
              <a:gdLst/>
              <a:ahLst/>
              <a:cxnLst/>
              <a:rect l="l" t="t" r="r" b="b"/>
              <a:pathLst>
                <a:path w="3054" h="3005" extrusionOk="0">
                  <a:moveTo>
                    <a:pt x="1696" y="1018"/>
                  </a:moveTo>
                  <a:lnTo>
                    <a:pt x="1890" y="1163"/>
                  </a:lnTo>
                  <a:lnTo>
                    <a:pt x="1987" y="1309"/>
                  </a:lnTo>
                  <a:lnTo>
                    <a:pt x="2036" y="1502"/>
                  </a:lnTo>
                  <a:lnTo>
                    <a:pt x="1987" y="1696"/>
                  </a:lnTo>
                  <a:lnTo>
                    <a:pt x="1890" y="1842"/>
                  </a:lnTo>
                  <a:lnTo>
                    <a:pt x="1696" y="1987"/>
                  </a:lnTo>
                  <a:lnTo>
                    <a:pt x="1309" y="1987"/>
                  </a:lnTo>
                  <a:lnTo>
                    <a:pt x="1163" y="1842"/>
                  </a:lnTo>
                  <a:lnTo>
                    <a:pt x="1066" y="1696"/>
                  </a:lnTo>
                  <a:lnTo>
                    <a:pt x="1018" y="1502"/>
                  </a:lnTo>
                  <a:lnTo>
                    <a:pt x="1066" y="1309"/>
                  </a:lnTo>
                  <a:lnTo>
                    <a:pt x="1163" y="1163"/>
                  </a:lnTo>
                  <a:lnTo>
                    <a:pt x="1309" y="1018"/>
                  </a:lnTo>
                  <a:close/>
                  <a:moveTo>
                    <a:pt x="1212" y="0"/>
                  </a:moveTo>
                  <a:lnTo>
                    <a:pt x="921" y="97"/>
                  </a:lnTo>
                  <a:lnTo>
                    <a:pt x="679" y="242"/>
                  </a:lnTo>
                  <a:lnTo>
                    <a:pt x="436" y="436"/>
                  </a:lnTo>
                  <a:lnTo>
                    <a:pt x="242" y="630"/>
                  </a:lnTo>
                  <a:lnTo>
                    <a:pt x="97" y="921"/>
                  </a:lnTo>
                  <a:lnTo>
                    <a:pt x="0" y="1212"/>
                  </a:lnTo>
                  <a:lnTo>
                    <a:pt x="0" y="1502"/>
                  </a:lnTo>
                  <a:lnTo>
                    <a:pt x="0" y="1793"/>
                  </a:lnTo>
                  <a:lnTo>
                    <a:pt x="97" y="2084"/>
                  </a:lnTo>
                  <a:lnTo>
                    <a:pt x="242" y="2375"/>
                  </a:lnTo>
                  <a:lnTo>
                    <a:pt x="436" y="2569"/>
                  </a:lnTo>
                  <a:lnTo>
                    <a:pt x="679" y="2763"/>
                  </a:lnTo>
                  <a:lnTo>
                    <a:pt x="921" y="2908"/>
                  </a:lnTo>
                  <a:lnTo>
                    <a:pt x="1212" y="3005"/>
                  </a:lnTo>
                  <a:lnTo>
                    <a:pt x="1842" y="3005"/>
                  </a:lnTo>
                  <a:lnTo>
                    <a:pt x="2084" y="2908"/>
                  </a:lnTo>
                  <a:lnTo>
                    <a:pt x="2375" y="2763"/>
                  </a:lnTo>
                  <a:lnTo>
                    <a:pt x="2569" y="2569"/>
                  </a:lnTo>
                  <a:lnTo>
                    <a:pt x="2763" y="2375"/>
                  </a:lnTo>
                  <a:lnTo>
                    <a:pt x="2908" y="2084"/>
                  </a:lnTo>
                  <a:lnTo>
                    <a:pt x="3005" y="1793"/>
                  </a:lnTo>
                  <a:lnTo>
                    <a:pt x="3053" y="1502"/>
                  </a:lnTo>
                  <a:lnTo>
                    <a:pt x="3005" y="1212"/>
                  </a:lnTo>
                  <a:lnTo>
                    <a:pt x="2908" y="921"/>
                  </a:lnTo>
                  <a:lnTo>
                    <a:pt x="2763" y="630"/>
                  </a:lnTo>
                  <a:lnTo>
                    <a:pt x="2569" y="436"/>
                  </a:lnTo>
                  <a:lnTo>
                    <a:pt x="2375" y="242"/>
                  </a:lnTo>
                  <a:lnTo>
                    <a:pt x="2084" y="97"/>
                  </a:lnTo>
                  <a:lnTo>
                    <a:pt x="18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 name="CasellaDiTesto 37">
            <a:extLst>
              <a:ext uri="{FF2B5EF4-FFF2-40B4-BE49-F238E27FC236}">
                <a16:creationId xmlns:a16="http://schemas.microsoft.com/office/drawing/2014/main" id="{847DADC8-2A84-F1A3-F1C6-FB79ABD6C41E}"/>
              </a:ext>
            </a:extLst>
          </p:cNvPr>
          <p:cNvSpPr txBox="1"/>
          <p:nvPr/>
        </p:nvSpPr>
        <p:spPr>
          <a:xfrm>
            <a:off x="1319112" y="4175255"/>
            <a:ext cx="6505775" cy="523220"/>
          </a:xfrm>
          <a:prstGeom prst="rect">
            <a:avLst/>
          </a:prstGeom>
          <a:noFill/>
        </p:spPr>
        <p:txBody>
          <a:bodyPr wrap="square">
            <a:spAutoFit/>
          </a:bodyPr>
          <a:lstStyle/>
          <a:p>
            <a:pPr marL="0" lvl="0" indent="0" algn="l" rtl="0">
              <a:spcBef>
                <a:spcPts val="0"/>
              </a:spcBef>
              <a:spcAft>
                <a:spcPts val="0"/>
              </a:spcAft>
              <a:buClr>
                <a:schemeClr val="dk1"/>
              </a:buClr>
              <a:buSzPts val="1100"/>
              <a:buFont typeface="Arial"/>
              <a:buNone/>
            </a:pPr>
            <a:r>
              <a:rPr lang="it-IT" b="1" dirty="0">
                <a:solidFill>
                  <a:schemeClr val="accent1"/>
                </a:solidFill>
              </a:rPr>
              <a:t>NOTA:</a:t>
            </a:r>
            <a:r>
              <a:rPr lang="it-IT" dirty="0"/>
              <a:t> Le regole di associazione sono state generate sui 2 cluster ottenuti dalla configurazione UMAP+DBSCAN.</a:t>
            </a:r>
          </a:p>
        </p:txBody>
      </p:sp>
    </p:spTree>
    <p:extLst>
      <p:ext uri="{BB962C8B-B14F-4D97-AF65-F5344CB8AC3E}">
        <p14:creationId xmlns:p14="http://schemas.microsoft.com/office/powerpoint/2010/main" val="17041471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61">
          <a:extLst>
            <a:ext uri="{FF2B5EF4-FFF2-40B4-BE49-F238E27FC236}">
              <a16:creationId xmlns:a16="http://schemas.microsoft.com/office/drawing/2014/main" id="{4E724C7A-1ADC-2367-B499-1DFD1D489A17}"/>
            </a:ext>
          </a:extLst>
        </p:cNvPr>
        <p:cNvGrpSpPr/>
        <p:nvPr/>
      </p:nvGrpSpPr>
      <p:grpSpPr>
        <a:xfrm>
          <a:off x="0" y="0"/>
          <a:ext cx="0" cy="0"/>
          <a:chOff x="0" y="0"/>
          <a:chExt cx="0" cy="0"/>
        </a:xfrm>
      </p:grpSpPr>
      <p:sp>
        <p:nvSpPr>
          <p:cNvPr id="462" name="Google Shape;462;p42">
            <a:extLst>
              <a:ext uri="{FF2B5EF4-FFF2-40B4-BE49-F238E27FC236}">
                <a16:creationId xmlns:a16="http://schemas.microsoft.com/office/drawing/2014/main" id="{62B1ACCA-1F45-30EF-2B04-F635F92682C9}"/>
              </a:ext>
            </a:extLst>
          </p:cNvPr>
          <p:cNvSpPr txBox="1">
            <a:spLocks noGrp="1"/>
          </p:cNvSpPr>
          <p:nvPr>
            <p:ph type="title"/>
          </p:nvPr>
        </p:nvSpPr>
        <p:spPr>
          <a:xfrm>
            <a:off x="720000" y="445025"/>
            <a:ext cx="55497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t-IT" dirty="0"/>
              <a:t>Rimozione itemset</a:t>
            </a:r>
          </a:p>
        </p:txBody>
      </p:sp>
      <p:sp>
        <p:nvSpPr>
          <p:cNvPr id="463" name="Google Shape;463;p42">
            <a:extLst>
              <a:ext uri="{FF2B5EF4-FFF2-40B4-BE49-F238E27FC236}">
                <a16:creationId xmlns:a16="http://schemas.microsoft.com/office/drawing/2014/main" id="{3859EC47-7A3B-1E66-EED8-91AA55699325}"/>
              </a:ext>
            </a:extLst>
          </p:cNvPr>
          <p:cNvSpPr txBox="1">
            <a:spLocks noGrp="1"/>
          </p:cNvSpPr>
          <p:nvPr>
            <p:ph type="subTitle" idx="1"/>
          </p:nvPr>
        </p:nvSpPr>
        <p:spPr>
          <a:xfrm>
            <a:off x="719999" y="1332541"/>
            <a:ext cx="4710929" cy="245343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it-IT" dirty="0"/>
              <a:t>In un primo tentativo si è provato ad estrarre itemset con un supporto maggiore dello 0.9. Come conseguenza sono state individuati itemset troppo frequenti.</a:t>
            </a:r>
          </a:p>
          <a:p>
            <a:pPr marL="0" lvl="0" indent="0" algn="l" rtl="0">
              <a:spcBef>
                <a:spcPts val="0"/>
              </a:spcBef>
              <a:spcAft>
                <a:spcPts val="0"/>
              </a:spcAft>
              <a:buClr>
                <a:schemeClr val="dk1"/>
              </a:buClr>
              <a:buSzPts val="1100"/>
              <a:buFont typeface="Arial"/>
              <a:buNone/>
            </a:pPr>
            <a:endParaRPr lang="it-IT" dirty="0"/>
          </a:p>
          <a:p>
            <a:pPr marL="0" lvl="0" indent="0" algn="l" rtl="0">
              <a:spcBef>
                <a:spcPts val="0"/>
              </a:spcBef>
              <a:spcAft>
                <a:spcPts val="0"/>
              </a:spcAft>
              <a:buClr>
                <a:schemeClr val="dk1"/>
              </a:buClr>
              <a:buSzPts val="1100"/>
              <a:buFont typeface="Arial"/>
              <a:buNone/>
            </a:pPr>
            <a:r>
              <a:rPr lang="it-IT" dirty="0"/>
              <a:t>Per ridurre il numero di regole (poco interessanti) si sono modificate le transazioni </a:t>
            </a:r>
            <a:r>
              <a:rPr lang="it-IT" u="sng" dirty="0"/>
              <a:t>eliminando</a:t>
            </a:r>
            <a:r>
              <a:rPr lang="it-IT" dirty="0"/>
              <a:t> gli 1-itemset (</a:t>
            </a:r>
            <a:r>
              <a:rPr lang="it-IT" u="sng" dirty="0"/>
              <a:t>item</a:t>
            </a:r>
            <a:r>
              <a:rPr lang="it-IT" dirty="0"/>
              <a:t>) con supporto &gt; 0.9.</a:t>
            </a:r>
          </a:p>
          <a:p>
            <a:pPr marL="0" lvl="0" indent="0" algn="l" rtl="0">
              <a:spcBef>
                <a:spcPts val="0"/>
              </a:spcBef>
              <a:spcAft>
                <a:spcPts val="0"/>
              </a:spcAft>
              <a:buClr>
                <a:schemeClr val="dk1"/>
              </a:buClr>
              <a:buSzPts val="1100"/>
              <a:buFont typeface="Arial"/>
              <a:buNone/>
            </a:pPr>
            <a:endParaRPr lang="it-IT" dirty="0"/>
          </a:p>
          <a:p>
            <a:pPr marL="0" lvl="0" indent="0" algn="l" rtl="0">
              <a:spcBef>
                <a:spcPts val="0"/>
              </a:spcBef>
              <a:spcAft>
                <a:spcPts val="0"/>
              </a:spcAft>
              <a:buClr>
                <a:schemeClr val="dk1"/>
              </a:buClr>
              <a:buSzPts val="1100"/>
              <a:buFont typeface="Arial"/>
              <a:buNone/>
            </a:pPr>
            <a:endParaRPr dirty="0"/>
          </a:p>
        </p:txBody>
      </p:sp>
      <p:grpSp>
        <p:nvGrpSpPr>
          <p:cNvPr id="464" name="Google Shape;464;p42">
            <a:extLst>
              <a:ext uri="{FF2B5EF4-FFF2-40B4-BE49-F238E27FC236}">
                <a16:creationId xmlns:a16="http://schemas.microsoft.com/office/drawing/2014/main" id="{E0BE6B41-E4E6-EEB4-CFE2-A2F9A9D28B1C}"/>
              </a:ext>
            </a:extLst>
          </p:cNvPr>
          <p:cNvGrpSpPr/>
          <p:nvPr/>
        </p:nvGrpSpPr>
        <p:grpSpPr>
          <a:xfrm>
            <a:off x="5430930" y="-445784"/>
            <a:ext cx="4086563" cy="6064817"/>
            <a:chOff x="5430930" y="-445784"/>
            <a:chExt cx="4086563" cy="6064817"/>
          </a:xfrm>
        </p:grpSpPr>
        <p:sp>
          <p:nvSpPr>
            <p:cNvPr id="465" name="Google Shape;465;p42">
              <a:extLst>
                <a:ext uri="{FF2B5EF4-FFF2-40B4-BE49-F238E27FC236}">
                  <a16:creationId xmlns:a16="http://schemas.microsoft.com/office/drawing/2014/main" id="{19186FE1-7276-585C-E991-08E5A4568FF6}"/>
                </a:ext>
              </a:extLst>
            </p:cNvPr>
            <p:cNvSpPr/>
            <p:nvPr/>
          </p:nvSpPr>
          <p:spPr>
            <a:xfrm>
              <a:off x="7368520" y="98876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42">
              <a:extLst>
                <a:ext uri="{FF2B5EF4-FFF2-40B4-BE49-F238E27FC236}">
                  <a16:creationId xmlns:a16="http://schemas.microsoft.com/office/drawing/2014/main" id="{5C751CFA-3FF5-960D-5C0A-8A804F92F832}"/>
                </a:ext>
              </a:extLst>
            </p:cNvPr>
            <p:cNvSpPr/>
            <p:nvPr/>
          </p:nvSpPr>
          <p:spPr>
            <a:xfrm rot="10800000" flipH="1">
              <a:off x="6036409" y="19621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42">
              <a:extLst>
                <a:ext uri="{FF2B5EF4-FFF2-40B4-BE49-F238E27FC236}">
                  <a16:creationId xmlns:a16="http://schemas.microsoft.com/office/drawing/2014/main" id="{6A378757-C2E2-5A09-85B4-1B416257DD59}"/>
                </a:ext>
              </a:extLst>
            </p:cNvPr>
            <p:cNvSpPr/>
            <p:nvPr/>
          </p:nvSpPr>
          <p:spPr>
            <a:xfrm>
              <a:off x="7309474" y="21661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42">
              <a:extLst>
                <a:ext uri="{FF2B5EF4-FFF2-40B4-BE49-F238E27FC236}">
                  <a16:creationId xmlns:a16="http://schemas.microsoft.com/office/drawing/2014/main" id="{52B86507-0416-F470-299B-5B3F9AAA41B3}"/>
                </a:ext>
              </a:extLst>
            </p:cNvPr>
            <p:cNvSpPr/>
            <p:nvPr/>
          </p:nvSpPr>
          <p:spPr>
            <a:xfrm>
              <a:off x="6269702" y="-4457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42">
              <a:extLst>
                <a:ext uri="{FF2B5EF4-FFF2-40B4-BE49-F238E27FC236}">
                  <a16:creationId xmlns:a16="http://schemas.microsoft.com/office/drawing/2014/main" id="{5F3023E0-9588-117B-1A7D-6202499F0A22}"/>
                </a:ext>
              </a:extLst>
            </p:cNvPr>
            <p:cNvSpPr/>
            <p:nvPr/>
          </p:nvSpPr>
          <p:spPr>
            <a:xfrm>
              <a:off x="5830483" y="42158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42">
              <a:extLst>
                <a:ext uri="{FF2B5EF4-FFF2-40B4-BE49-F238E27FC236}">
                  <a16:creationId xmlns:a16="http://schemas.microsoft.com/office/drawing/2014/main" id="{1E6A5428-1105-D3CE-DBFF-2C77EE469F68}"/>
                </a:ext>
              </a:extLst>
            </p:cNvPr>
            <p:cNvSpPr/>
            <p:nvPr/>
          </p:nvSpPr>
          <p:spPr>
            <a:xfrm>
              <a:off x="6269683" y="133254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42">
              <a:extLst>
                <a:ext uri="{FF2B5EF4-FFF2-40B4-BE49-F238E27FC236}">
                  <a16:creationId xmlns:a16="http://schemas.microsoft.com/office/drawing/2014/main" id="{6CBABA32-C071-586C-65E6-DD441C24808A}"/>
                </a:ext>
              </a:extLst>
            </p:cNvPr>
            <p:cNvSpPr/>
            <p:nvPr/>
          </p:nvSpPr>
          <p:spPr>
            <a:xfrm>
              <a:off x="8430764" y="23422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42">
              <a:extLst>
                <a:ext uri="{FF2B5EF4-FFF2-40B4-BE49-F238E27FC236}">
                  <a16:creationId xmlns:a16="http://schemas.microsoft.com/office/drawing/2014/main" id="{F66C57DA-FC9E-A9F7-FEA2-2D5AB44EAC44}"/>
                </a:ext>
              </a:extLst>
            </p:cNvPr>
            <p:cNvSpPr/>
            <p:nvPr/>
          </p:nvSpPr>
          <p:spPr>
            <a:xfrm>
              <a:off x="7309467" y="261820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42">
              <a:extLst>
                <a:ext uri="{FF2B5EF4-FFF2-40B4-BE49-F238E27FC236}">
                  <a16:creationId xmlns:a16="http://schemas.microsoft.com/office/drawing/2014/main" id="{6825296A-14D1-E8B8-32E5-C1C59507F7BA}"/>
                </a:ext>
              </a:extLst>
            </p:cNvPr>
            <p:cNvSpPr/>
            <p:nvPr/>
          </p:nvSpPr>
          <p:spPr>
            <a:xfrm>
              <a:off x="7962441" y="131801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42">
              <a:extLst>
                <a:ext uri="{FF2B5EF4-FFF2-40B4-BE49-F238E27FC236}">
                  <a16:creationId xmlns:a16="http://schemas.microsoft.com/office/drawing/2014/main" id="{72294986-B622-F0A1-383A-AEEAA868B213}"/>
                </a:ext>
              </a:extLst>
            </p:cNvPr>
            <p:cNvSpPr/>
            <p:nvPr/>
          </p:nvSpPr>
          <p:spPr>
            <a:xfrm rot="10800000" flipH="1">
              <a:off x="6351880" y="311086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42">
              <a:extLst>
                <a:ext uri="{FF2B5EF4-FFF2-40B4-BE49-F238E27FC236}">
                  <a16:creationId xmlns:a16="http://schemas.microsoft.com/office/drawing/2014/main" id="{29D53631-BD88-7382-E333-C915FCF399E7}"/>
                </a:ext>
              </a:extLst>
            </p:cNvPr>
            <p:cNvSpPr/>
            <p:nvPr/>
          </p:nvSpPr>
          <p:spPr>
            <a:xfrm rot="10800000" flipH="1">
              <a:off x="6790284" y="354856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42">
              <a:extLst>
                <a:ext uri="{FF2B5EF4-FFF2-40B4-BE49-F238E27FC236}">
                  <a16:creationId xmlns:a16="http://schemas.microsoft.com/office/drawing/2014/main" id="{7E74F480-793F-1C7B-562B-82F1838604A8}"/>
                </a:ext>
              </a:extLst>
            </p:cNvPr>
            <p:cNvSpPr/>
            <p:nvPr/>
          </p:nvSpPr>
          <p:spPr>
            <a:xfrm rot="10800000" flipH="1">
              <a:off x="5430930" y="465091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42">
              <a:extLst>
                <a:ext uri="{FF2B5EF4-FFF2-40B4-BE49-F238E27FC236}">
                  <a16:creationId xmlns:a16="http://schemas.microsoft.com/office/drawing/2014/main" id="{66C0B351-B03A-2DF0-B20D-16F851B5EEDC}"/>
                </a:ext>
              </a:extLst>
            </p:cNvPr>
            <p:cNvSpPr/>
            <p:nvPr/>
          </p:nvSpPr>
          <p:spPr>
            <a:xfrm>
              <a:off x="8678783" y="266882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42">
              <a:extLst>
                <a:ext uri="{FF2B5EF4-FFF2-40B4-BE49-F238E27FC236}">
                  <a16:creationId xmlns:a16="http://schemas.microsoft.com/office/drawing/2014/main" id="{0641804A-4ADF-F102-7304-8F6E15B7DA9B}"/>
                </a:ext>
              </a:extLst>
            </p:cNvPr>
            <p:cNvSpPr/>
            <p:nvPr/>
          </p:nvSpPr>
          <p:spPr>
            <a:xfrm>
              <a:off x="8430773" y="22359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42">
              <a:extLst>
                <a:ext uri="{FF2B5EF4-FFF2-40B4-BE49-F238E27FC236}">
                  <a16:creationId xmlns:a16="http://schemas.microsoft.com/office/drawing/2014/main" id="{9B88AD96-D109-C90E-F15B-B84F5ED5E5E9}"/>
                </a:ext>
              </a:extLst>
            </p:cNvPr>
            <p:cNvSpPr/>
            <p:nvPr/>
          </p:nvSpPr>
          <p:spPr>
            <a:xfrm rot="10800000" flipH="1">
              <a:off x="8119787" y="363695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42">
              <a:extLst>
                <a:ext uri="{FF2B5EF4-FFF2-40B4-BE49-F238E27FC236}">
                  <a16:creationId xmlns:a16="http://schemas.microsoft.com/office/drawing/2014/main" id="{EB37DB64-D425-64C9-EFAB-5AA4A8F0DB59}"/>
                </a:ext>
              </a:extLst>
            </p:cNvPr>
            <p:cNvSpPr/>
            <p:nvPr/>
          </p:nvSpPr>
          <p:spPr>
            <a:xfrm rot="10800000" flipH="1">
              <a:off x="7697255" y="411247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42">
              <a:extLst>
                <a:ext uri="{FF2B5EF4-FFF2-40B4-BE49-F238E27FC236}">
                  <a16:creationId xmlns:a16="http://schemas.microsoft.com/office/drawing/2014/main" id="{7AD568E3-C6F7-1002-C8D3-5050BB028169}"/>
                </a:ext>
              </a:extLst>
            </p:cNvPr>
            <p:cNvSpPr/>
            <p:nvPr/>
          </p:nvSpPr>
          <p:spPr>
            <a:xfrm>
              <a:off x="6628072" y="11249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42">
              <a:extLst>
                <a:ext uri="{FF2B5EF4-FFF2-40B4-BE49-F238E27FC236}">
                  <a16:creationId xmlns:a16="http://schemas.microsoft.com/office/drawing/2014/main" id="{3AF1D774-13EC-1E38-7964-148FE002A5B5}"/>
                </a:ext>
              </a:extLst>
            </p:cNvPr>
            <p:cNvSpPr/>
            <p:nvPr/>
          </p:nvSpPr>
          <p:spPr>
            <a:xfrm rot="10800000" flipH="1">
              <a:off x="7825159" y="-2514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7696198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63">
          <a:extLst>
            <a:ext uri="{FF2B5EF4-FFF2-40B4-BE49-F238E27FC236}">
              <a16:creationId xmlns:a16="http://schemas.microsoft.com/office/drawing/2014/main" id="{8B3CECFF-E251-7C84-34EC-C1D4BE82325D}"/>
            </a:ext>
          </a:extLst>
        </p:cNvPr>
        <p:cNvGrpSpPr/>
        <p:nvPr/>
      </p:nvGrpSpPr>
      <p:grpSpPr>
        <a:xfrm>
          <a:off x="0" y="0"/>
          <a:ext cx="0" cy="0"/>
          <a:chOff x="0" y="0"/>
          <a:chExt cx="0" cy="0"/>
        </a:xfrm>
      </p:grpSpPr>
      <p:sp>
        <p:nvSpPr>
          <p:cNvPr id="11" name="Google Shape;463;p42">
            <a:extLst>
              <a:ext uri="{FF2B5EF4-FFF2-40B4-BE49-F238E27FC236}">
                <a16:creationId xmlns:a16="http://schemas.microsoft.com/office/drawing/2014/main" id="{3F28B868-0EF3-DD6A-A3BA-74169E1ABA26}"/>
              </a:ext>
            </a:extLst>
          </p:cNvPr>
          <p:cNvSpPr txBox="1">
            <a:spLocks/>
          </p:cNvSpPr>
          <p:nvPr/>
        </p:nvSpPr>
        <p:spPr>
          <a:xfrm>
            <a:off x="749333" y="1115246"/>
            <a:ext cx="7645331" cy="71123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1pPr>
            <a:lvl2pPr marL="914400" marR="0" lvl="1"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2pPr>
            <a:lvl3pPr marL="1371600" marR="0" lvl="2"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3pPr>
            <a:lvl4pPr marL="1828800" marR="0" lvl="3"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4pPr>
            <a:lvl5pPr marL="2286000" marR="0" lvl="4"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5pPr>
            <a:lvl6pPr marL="2743200" marR="0" lvl="5"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6pPr>
            <a:lvl7pPr marL="3200400" marR="0" lvl="6"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7pPr>
            <a:lvl8pPr marL="3657600" marR="0" lvl="7"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8pPr>
            <a:lvl9pPr marL="4114800" marR="0" lvl="8"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9pPr>
          </a:lstStyle>
          <a:p>
            <a:pPr marL="0" lvl="0" indent="0" algn="l" rtl="0">
              <a:spcBef>
                <a:spcPts val="0"/>
              </a:spcBef>
              <a:spcAft>
                <a:spcPts val="0"/>
              </a:spcAft>
              <a:buClr>
                <a:schemeClr val="dk1"/>
              </a:buClr>
              <a:buSzPts val="1100"/>
              <a:buFont typeface="Arial"/>
              <a:buNone/>
            </a:pPr>
            <a:r>
              <a:rPr lang="it-IT" dirty="0"/>
              <a:t>Come passo finale, per entrambi i cluster sono state estratte le regole di associazione</a:t>
            </a:r>
          </a:p>
        </p:txBody>
      </p:sp>
      <p:sp>
        <p:nvSpPr>
          <p:cNvPr id="2" name="Google Shape;462;p42">
            <a:extLst>
              <a:ext uri="{FF2B5EF4-FFF2-40B4-BE49-F238E27FC236}">
                <a16:creationId xmlns:a16="http://schemas.microsoft.com/office/drawing/2014/main" id="{42BC4070-9214-0ED2-D797-1F71C7A0D201}"/>
              </a:ext>
            </a:extLst>
          </p:cNvPr>
          <p:cNvSpPr txBox="1">
            <a:spLocks noGrp="1"/>
          </p:cNvSpPr>
          <p:nvPr>
            <p:ph type="title"/>
          </p:nvPr>
        </p:nvSpPr>
        <p:spPr>
          <a:xfrm>
            <a:off x="749333" y="409306"/>
            <a:ext cx="7645331"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t-IT" dirty="0"/>
              <a:t>Individuazione regole</a:t>
            </a:r>
          </a:p>
        </p:txBody>
      </p:sp>
      <p:sp>
        <p:nvSpPr>
          <p:cNvPr id="3" name="Google Shape;1049;p69">
            <a:extLst>
              <a:ext uri="{FF2B5EF4-FFF2-40B4-BE49-F238E27FC236}">
                <a16:creationId xmlns:a16="http://schemas.microsoft.com/office/drawing/2014/main" id="{69DB4DBC-E24E-B841-F2BD-4CE8DFD3FA3C}"/>
              </a:ext>
            </a:extLst>
          </p:cNvPr>
          <p:cNvSpPr txBox="1"/>
          <p:nvPr/>
        </p:nvSpPr>
        <p:spPr>
          <a:xfrm>
            <a:off x="1070125" y="2646979"/>
            <a:ext cx="3452100" cy="530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it-IT" sz="2400" b="1" dirty="0">
                <a:solidFill>
                  <a:schemeClr val="dk1"/>
                </a:solidFill>
                <a:latin typeface="Outfit"/>
                <a:ea typeface="Outfit"/>
                <a:cs typeface="Outfit"/>
                <a:sym typeface="Outfit"/>
              </a:rPr>
              <a:t>Parametri</a:t>
            </a:r>
            <a:endParaRPr sz="2400" b="1" dirty="0">
              <a:solidFill>
                <a:schemeClr val="dk1"/>
              </a:solidFill>
              <a:latin typeface="Outfit"/>
              <a:ea typeface="Outfit"/>
              <a:cs typeface="Outfit"/>
              <a:sym typeface="Outfit"/>
            </a:endParaRPr>
          </a:p>
        </p:txBody>
      </p:sp>
      <p:sp>
        <p:nvSpPr>
          <p:cNvPr id="4" name="Google Shape;1050;p69">
            <a:extLst>
              <a:ext uri="{FF2B5EF4-FFF2-40B4-BE49-F238E27FC236}">
                <a16:creationId xmlns:a16="http://schemas.microsoft.com/office/drawing/2014/main" id="{52AB8415-8CB8-5639-3D34-85ACC7998451}"/>
              </a:ext>
            </a:extLst>
          </p:cNvPr>
          <p:cNvSpPr txBox="1"/>
          <p:nvPr/>
        </p:nvSpPr>
        <p:spPr>
          <a:xfrm>
            <a:off x="4857100" y="2646979"/>
            <a:ext cx="3452100" cy="530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it-IT" sz="2400" b="1" dirty="0">
                <a:solidFill>
                  <a:schemeClr val="dk1"/>
                </a:solidFill>
                <a:latin typeface="Outfit"/>
                <a:ea typeface="Outfit"/>
                <a:cs typeface="Outfit"/>
                <a:sym typeface="Outfit"/>
              </a:rPr>
              <a:t>Parametri</a:t>
            </a:r>
            <a:endParaRPr sz="2400" b="1" dirty="0">
              <a:solidFill>
                <a:schemeClr val="dk1"/>
              </a:solidFill>
              <a:latin typeface="Outfit"/>
              <a:ea typeface="Outfit"/>
              <a:cs typeface="Outfit"/>
              <a:sym typeface="Outfit"/>
            </a:endParaRPr>
          </a:p>
        </p:txBody>
      </p:sp>
      <p:sp>
        <p:nvSpPr>
          <p:cNvPr id="5" name="Google Shape;1051;p69">
            <a:extLst>
              <a:ext uri="{FF2B5EF4-FFF2-40B4-BE49-F238E27FC236}">
                <a16:creationId xmlns:a16="http://schemas.microsoft.com/office/drawing/2014/main" id="{B3CD7C86-4736-BC49-1FF3-1E4C0B915611}"/>
              </a:ext>
            </a:extLst>
          </p:cNvPr>
          <p:cNvSpPr txBox="1"/>
          <p:nvPr/>
        </p:nvSpPr>
        <p:spPr>
          <a:xfrm>
            <a:off x="1070100" y="3749954"/>
            <a:ext cx="3452100" cy="572700"/>
          </a:xfrm>
          <a:prstGeom prst="rect">
            <a:avLst/>
          </a:prstGeom>
          <a:noFill/>
          <a:ln>
            <a:noFill/>
          </a:ln>
        </p:spPr>
        <p:txBody>
          <a:bodyPr spcFirstLastPara="1" wrap="square" lIns="91425" tIns="91425" rIns="91425" bIns="91425" anchor="t" anchorCtr="0">
            <a:noAutofit/>
          </a:bodyPr>
          <a:lstStyle/>
          <a:p>
            <a:pPr algn="ctr">
              <a:lnSpc>
                <a:spcPts val="1425"/>
              </a:lnSpc>
            </a:pPr>
            <a:r>
              <a:rPr lang="it-IT" b="0" dirty="0">
                <a:solidFill>
                  <a:srgbClr val="9CDCFE"/>
                </a:solidFill>
                <a:effectLst/>
                <a:latin typeface="Consolas" panose="020B0609020204030204" pitchFamily="49" charset="0"/>
              </a:rPr>
              <a:t>min_support</a:t>
            </a:r>
            <a:r>
              <a:rPr lang="it-IT" b="0" dirty="0">
                <a:solidFill>
                  <a:srgbClr val="D4D4D4"/>
                </a:solidFill>
                <a:effectLst/>
                <a:latin typeface="Consolas" panose="020B0609020204030204" pitchFamily="49" charset="0"/>
              </a:rPr>
              <a:t>=</a:t>
            </a:r>
            <a:r>
              <a:rPr lang="it-IT" b="0" dirty="0">
                <a:solidFill>
                  <a:srgbClr val="B5CEA8"/>
                </a:solidFill>
                <a:effectLst/>
                <a:latin typeface="Consolas" panose="020B0609020204030204" pitchFamily="49" charset="0"/>
              </a:rPr>
              <a:t>0.70</a:t>
            </a:r>
            <a:r>
              <a:rPr lang="it-IT" b="0" dirty="0">
                <a:solidFill>
                  <a:srgbClr val="CCCCCC"/>
                </a:solidFill>
                <a:effectLst/>
                <a:latin typeface="Consolas" panose="020B0609020204030204" pitchFamily="49" charset="0"/>
              </a:rPr>
              <a:t> </a:t>
            </a:r>
            <a:r>
              <a:rPr lang="it-IT" b="0" dirty="0">
                <a:solidFill>
                  <a:srgbClr val="9CDCFE"/>
                </a:solidFill>
                <a:effectLst/>
                <a:latin typeface="Consolas" panose="020B0609020204030204" pitchFamily="49" charset="0"/>
              </a:rPr>
              <a:t>min_confidence</a:t>
            </a:r>
            <a:r>
              <a:rPr lang="it-IT" b="0" dirty="0">
                <a:solidFill>
                  <a:srgbClr val="D4D4D4"/>
                </a:solidFill>
                <a:effectLst/>
                <a:latin typeface="Consolas" panose="020B0609020204030204" pitchFamily="49" charset="0"/>
              </a:rPr>
              <a:t>=</a:t>
            </a:r>
            <a:r>
              <a:rPr lang="it-IT" b="0" dirty="0">
                <a:solidFill>
                  <a:srgbClr val="B5CEA8"/>
                </a:solidFill>
                <a:effectLst/>
                <a:latin typeface="Consolas" panose="020B0609020204030204" pitchFamily="49" charset="0"/>
              </a:rPr>
              <a:t>0.90</a:t>
            </a:r>
            <a:endParaRPr lang="it-IT" b="0" dirty="0">
              <a:solidFill>
                <a:srgbClr val="CCCCCC"/>
              </a:solidFill>
              <a:effectLst/>
              <a:latin typeface="Consolas" panose="020B0609020204030204" pitchFamily="49" charset="0"/>
            </a:endParaRPr>
          </a:p>
        </p:txBody>
      </p:sp>
      <p:sp>
        <p:nvSpPr>
          <p:cNvPr id="7" name="Google Shape;1053;p69">
            <a:extLst>
              <a:ext uri="{FF2B5EF4-FFF2-40B4-BE49-F238E27FC236}">
                <a16:creationId xmlns:a16="http://schemas.microsoft.com/office/drawing/2014/main" id="{BF9383DF-F26E-51FE-E3C3-F92FF1CCFC71}"/>
              </a:ext>
            </a:extLst>
          </p:cNvPr>
          <p:cNvSpPr txBox="1"/>
          <p:nvPr/>
        </p:nvSpPr>
        <p:spPr>
          <a:xfrm>
            <a:off x="4857088" y="3749954"/>
            <a:ext cx="3452100" cy="572700"/>
          </a:xfrm>
          <a:prstGeom prst="rect">
            <a:avLst/>
          </a:prstGeom>
          <a:noFill/>
          <a:ln>
            <a:noFill/>
          </a:ln>
        </p:spPr>
        <p:txBody>
          <a:bodyPr spcFirstLastPara="1" wrap="square" lIns="91425" tIns="91425" rIns="91425" bIns="91425" anchor="t" anchorCtr="0">
            <a:noAutofit/>
          </a:bodyPr>
          <a:lstStyle/>
          <a:p>
            <a:pPr algn="ctr">
              <a:lnSpc>
                <a:spcPts val="1425"/>
              </a:lnSpc>
            </a:pPr>
            <a:r>
              <a:rPr lang="it-IT" b="0" dirty="0">
                <a:solidFill>
                  <a:srgbClr val="9CDCFE"/>
                </a:solidFill>
                <a:effectLst/>
                <a:latin typeface="Consolas" panose="020B0609020204030204" pitchFamily="49" charset="0"/>
              </a:rPr>
              <a:t>min_support</a:t>
            </a:r>
            <a:r>
              <a:rPr lang="it-IT" b="0" dirty="0">
                <a:solidFill>
                  <a:srgbClr val="D4D4D4"/>
                </a:solidFill>
                <a:effectLst/>
                <a:latin typeface="Consolas" panose="020B0609020204030204" pitchFamily="49" charset="0"/>
              </a:rPr>
              <a:t>=</a:t>
            </a:r>
            <a:r>
              <a:rPr lang="it-IT" b="0" dirty="0">
                <a:solidFill>
                  <a:srgbClr val="B5CEA8"/>
                </a:solidFill>
                <a:effectLst/>
                <a:latin typeface="Consolas" panose="020B0609020204030204" pitchFamily="49" charset="0"/>
              </a:rPr>
              <a:t>0.60</a:t>
            </a:r>
            <a:r>
              <a:rPr lang="it-IT" b="0" dirty="0">
                <a:solidFill>
                  <a:srgbClr val="CCCCCC"/>
                </a:solidFill>
                <a:effectLst/>
                <a:latin typeface="Consolas" panose="020B0609020204030204" pitchFamily="49" charset="0"/>
              </a:rPr>
              <a:t> </a:t>
            </a:r>
            <a:r>
              <a:rPr lang="it-IT" b="0" dirty="0">
                <a:solidFill>
                  <a:srgbClr val="9CDCFE"/>
                </a:solidFill>
                <a:effectLst/>
                <a:latin typeface="Consolas" panose="020B0609020204030204" pitchFamily="49" charset="0"/>
              </a:rPr>
              <a:t>min_confidence</a:t>
            </a:r>
            <a:r>
              <a:rPr lang="it-IT" b="0" dirty="0">
                <a:solidFill>
                  <a:srgbClr val="D4D4D4"/>
                </a:solidFill>
                <a:effectLst/>
                <a:latin typeface="Consolas" panose="020B0609020204030204" pitchFamily="49" charset="0"/>
              </a:rPr>
              <a:t>=</a:t>
            </a:r>
            <a:r>
              <a:rPr lang="it-IT" b="0" dirty="0">
                <a:solidFill>
                  <a:srgbClr val="B5CEA8"/>
                </a:solidFill>
                <a:effectLst/>
                <a:latin typeface="Consolas" panose="020B0609020204030204" pitchFamily="49" charset="0"/>
              </a:rPr>
              <a:t>0.90</a:t>
            </a:r>
            <a:endParaRPr lang="it-IT" b="0" dirty="0">
              <a:solidFill>
                <a:srgbClr val="CCCCCC"/>
              </a:solidFill>
              <a:effectLst/>
              <a:latin typeface="Consolas" panose="020B0609020204030204" pitchFamily="49" charset="0"/>
            </a:endParaRPr>
          </a:p>
        </p:txBody>
      </p:sp>
      <p:cxnSp>
        <p:nvCxnSpPr>
          <p:cNvPr id="9" name="Google Shape;1055;p69">
            <a:extLst>
              <a:ext uri="{FF2B5EF4-FFF2-40B4-BE49-F238E27FC236}">
                <a16:creationId xmlns:a16="http://schemas.microsoft.com/office/drawing/2014/main" id="{14C3FAC8-A540-6886-BF3C-7AB1C515247B}"/>
              </a:ext>
            </a:extLst>
          </p:cNvPr>
          <p:cNvCxnSpPr>
            <a:cxnSpLocks/>
            <a:stCxn id="3" idx="2"/>
          </p:cNvCxnSpPr>
          <p:nvPr/>
        </p:nvCxnSpPr>
        <p:spPr>
          <a:xfrm>
            <a:off x="2796175" y="3177379"/>
            <a:ext cx="0" cy="572700"/>
          </a:xfrm>
          <a:prstGeom prst="straightConnector1">
            <a:avLst/>
          </a:prstGeom>
          <a:noFill/>
          <a:ln w="9525" cap="flat" cmpd="sng">
            <a:solidFill>
              <a:schemeClr val="dk1"/>
            </a:solidFill>
            <a:prstDash val="solid"/>
            <a:round/>
            <a:headEnd type="none" w="med" len="med"/>
            <a:tailEnd type="triangle" w="med" len="med"/>
          </a:ln>
        </p:spPr>
      </p:cxnSp>
      <p:cxnSp>
        <p:nvCxnSpPr>
          <p:cNvPr id="10" name="Google Shape;1056;p69">
            <a:extLst>
              <a:ext uri="{FF2B5EF4-FFF2-40B4-BE49-F238E27FC236}">
                <a16:creationId xmlns:a16="http://schemas.microsoft.com/office/drawing/2014/main" id="{AE639D66-B1AC-0D15-7D54-B0020EA1734A}"/>
              </a:ext>
            </a:extLst>
          </p:cNvPr>
          <p:cNvCxnSpPr>
            <a:cxnSpLocks/>
            <a:stCxn id="4" idx="2"/>
          </p:cNvCxnSpPr>
          <p:nvPr/>
        </p:nvCxnSpPr>
        <p:spPr>
          <a:xfrm>
            <a:off x="6583150" y="3177379"/>
            <a:ext cx="0" cy="572700"/>
          </a:xfrm>
          <a:prstGeom prst="straightConnector1">
            <a:avLst/>
          </a:prstGeom>
          <a:noFill/>
          <a:ln w="9525" cap="flat" cmpd="sng">
            <a:solidFill>
              <a:schemeClr val="dk1"/>
            </a:solidFill>
            <a:prstDash val="solid"/>
            <a:round/>
            <a:headEnd type="none" w="med" len="med"/>
            <a:tailEnd type="triangle" w="med" len="med"/>
          </a:ln>
        </p:spPr>
      </p:cxnSp>
      <p:sp>
        <p:nvSpPr>
          <p:cNvPr id="12" name="Google Shape;1057;p69">
            <a:extLst>
              <a:ext uri="{FF2B5EF4-FFF2-40B4-BE49-F238E27FC236}">
                <a16:creationId xmlns:a16="http://schemas.microsoft.com/office/drawing/2014/main" id="{83F9BF92-AB5A-D519-A2E1-9E0B9E6346BD}"/>
              </a:ext>
            </a:extLst>
          </p:cNvPr>
          <p:cNvSpPr/>
          <p:nvPr/>
        </p:nvSpPr>
        <p:spPr>
          <a:xfrm>
            <a:off x="2414100" y="1608242"/>
            <a:ext cx="764100" cy="764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 name="Google Shape;1058;p69">
            <a:extLst>
              <a:ext uri="{FF2B5EF4-FFF2-40B4-BE49-F238E27FC236}">
                <a16:creationId xmlns:a16="http://schemas.microsoft.com/office/drawing/2014/main" id="{E2DB41E0-F668-1CCC-6E8A-7D9D5F757399}"/>
              </a:ext>
            </a:extLst>
          </p:cNvPr>
          <p:cNvSpPr/>
          <p:nvPr/>
        </p:nvSpPr>
        <p:spPr>
          <a:xfrm>
            <a:off x="6201100" y="1608242"/>
            <a:ext cx="764100" cy="764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cxnSp>
        <p:nvCxnSpPr>
          <p:cNvPr id="14" name="Google Shape;1059;p69">
            <a:extLst>
              <a:ext uri="{FF2B5EF4-FFF2-40B4-BE49-F238E27FC236}">
                <a16:creationId xmlns:a16="http://schemas.microsoft.com/office/drawing/2014/main" id="{4C2080E4-3233-ECD6-17BF-399341B46F17}"/>
              </a:ext>
            </a:extLst>
          </p:cNvPr>
          <p:cNvCxnSpPr>
            <a:stCxn id="12" idx="6"/>
            <a:endCxn id="13" idx="2"/>
          </p:cNvCxnSpPr>
          <p:nvPr/>
        </p:nvCxnSpPr>
        <p:spPr>
          <a:xfrm>
            <a:off x="3178200" y="1990292"/>
            <a:ext cx="3022800" cy="0"/>
          </a:xfrm>
          <a:prstGeom prst="straightConnector1">
            <a:avLst/>
          </a:prstGeom>
          <a:noFill/>
          <a:ln w="9525" cap="flat" cmpd="sng">
            <a:solidFill>
              <a:schemeClr val="dk1"/>
            </a:solidFill>
            <a:prstDash val="solid"/>
            <a:round/>
            <a:headEnd type="none" w="med" len="med"/>
            <a:tailEnd type="none" w="med" len="med"/>
          </a:ln>
        </p:spPr>
      </p:cxnSp>
      <p:cxnSp>
        <p:nvCxnSpPr>
          <p:cNvPr id="15" name="Google Shape;1060;p69">
            <a:extLst>
              <a:ext uri="{FF2B5EF4-FFF2-40B4-BE49-F238E27FC236}">
                <a16:creationId xmlns:a16="http://schemas.microsoft.com/office/drawing/2014/main" id="{6C4D0E2D-50F3-DEEA-9FB8-CDE67093BFF2}"/>
              </a:ext>
            </a:extLst>
          </p:cNvPr>
          <p:cNvCxnSpPr>
            <a:stCxn id="12" idx="4"/>
            <a:endCxn id="3" idx="0"/>
          </p:cNvCxnSpPr>
          <p:nvPr/>
        </p:nvCxnSpPr>
        <p:spPr>
          <a:xfrm>
            <a:off x="2796150" y="2372342"/>
            <a:ext cx="0" cy="274500"/>
          </a:xfrm>
          <a:prstGeom prst="straightConnector1">
            <a:avLst/>
          </a:prstGeom>
          <a:noFill/>
          <a:ln w="9525" cap="flat" cmpd="sng">
            <a:solidFill>
              <a:schemeClr val="dk1"/>
            </a:solidFill>
            <a:prstDash val="solid"/>
            <a:round/>
            <a:headEnd type="none" w="med" len="med"/>
            <a:tailEnd type="none" w="med" len="med"/>
          </a:ln>
        </p:spPr>
      </p:cxnSp>
      <p:cxnSp>
        <p:nvCxnSpPr>
          <p:cNvPr id="16" name="Google Shape;1061;p69">
            <a:extLst>
              <a:ext uri="{FF2B5EF4-FFF2-40B4-BE49-F238E27FC236}">
                <a16:creationId xmlns:a16="http://schemas.microsoft.com/office/drawing/2014/main" id="{1D22BC8C-B5C8-41F2-875E-B2DEBB69F823}"/>
              </a:ext>
            </a:extLst>
          </p:cNvPr>
          <p:cNvCxnSpPr>
            <a:stCxn id="13" idx="4"/>
            <a:endCxn id="4" idx="0"/>
          </p:cNvCxnSpPr>
          <p:nvPr/>
        </p:nvCxnSpPr>
        <p:spPr>
          <a:xfrm>
            <a:off x="6583150" y="2372342"/>
            <a:ext cx="0" cy="274500"/>
          </a:xfrm>
          <a:prstGeom prst="straightConnector1">
            <a:avLst/>
          </a:prstGeom>
          <a:noFill/>
          <a:ln w="9525" cap="flat" cmpd="sng">
            <a:solidFill>
              <a:schemeClr val="dk1"/>
            </a:solidFill>
            <a:prstDash val="solid"/>
            <a:round/>
            <a:headEnd type="none" w="med" len="med"/>
            <a:tailEnd type="none" w="med" len="med"/>
          </a:ln>
        </p:spPr>
      </p:cxnSp>
      <p:sp>
        <p:nvSpPr>
          <p:cNvPr id="31" name="Ovale 30">
            <a:extLst>
              <a:ext uri="{FF2B5EF4-FFF2-40B4-BE49-F238E27FC236}">
                <a16:creationId xmlns:a16="http://schemas.microsoft.com/office/drawing/2014/main" id="{4982ECBA-A22D-5541-1E4D-95E2107A4C9B}"/>
              </a:ext>
            </a:extLst>
          </p:cNvPr>
          <p:cNvSpPr>
            <a:spLocks/>
          </p:cNvSpPr>
          <p:nvPr/>
        </p:nvSpPr>
        <p:spPr>
          <a:xfrm>
            <a:off x="6424924" y="1836701"/>
            <a:ext cx="316428" cy="307182"/>
          </a:xfrm>
          <a:prstGeom prst="ellipse">
            <a:avLst/>
          </a:prstGeom>
          <a:solidFill>
            <a:srgbClr val="FFFF99"/>
          </a:solidFill>
          <a:ln>
            <a:solidFill>
              <a:srgbClr val="FFCC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solidFill>
                  <a:srgbClr val="000000"/>
                </a:solidFill>
              </a:rPr>
              <a:t>2</a:t>
            </a:r>
          </a:p>
        </p:txBody>
      </p:sp>
      <p:sp>
        <p:nvSpPr>
          <p:cNvPr id="32" name="Ovale 31">
            <a:extLst>
              <a:ext uri="{FF2B5EF4-FFF2-40B4-BE49-F238E27FC236}">
                <a16:creationId xmlns:a16="http://schemas.microsoft.com/office/drawing/2014/main" id="{B857973B-2B06-6605-47DF-E801FD38F2EF}"/>
              </a:ext>
            </a:extLst>
          </p:cNvPr>
          <p:cNvSpPr>
            <a:spLocks/>
          </p:cNvSpPr>
          <p:nvPr/>
        </p:nvSpPr>
        <p:spPr>
          <a:xfrm>
            <a:off x="2637936" y="1836701"/>
            <a:ext cx="316428" cy="307182"/>
          </a:xfrm>
          <a:prstGeom prst="ellipse">
            <a:avLst/>
          </a:prstGeom>
          <a:solidFill>
            <a:srgbClr val="FF7C80"/>
          </a:solidFill>
          <a:ln>
            <a:solidFill>
              <a:srgbClr val="A500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solidFill>
                  <a:srgbClr val="000000"/>
                </a:solidFill>
              </a:rPr>
              <a:t>1</a:t>
            </a:r>
          </a:p>
        </p:txBody>
      </p:sp>
    </p:spTree>
    <p:extLst>
      <p:ext uri="{BB962C8B-B14F-4D97-AF65-F5344CB8AC3E}">
        <p14:creationId xmlns:p14="http://schemas.microsoft.com/office/powerpoint/2010/main" val="3262999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7BE84A64-E130-2D59-4B58-680C3B0E14CC}"/>
            </a:ext>
          </a:extLst>
        </p:cNvPr>
        <p:cNvGrpSpPr/>
        <p:nvPr/>
      </p:nvGrpSpPr>
      <p:grpSpPr>
        <a:xfrm>
          <a:off x="0" y="0"/>
          <a:ext cx="0" cy="0"/>
          <a:chOff x="0" y="0"/>
          <a:chExt cx="0" cy="0"/>
        </a:xfrm>
      </p:grpSpPr>
      <p:sp>
        <p:nvSpPr>
          <p:cNvPr id="372" name="Google Shape;372;p37">
            <a:extLst>
              <a:ext uri="{FF2B5EF4-FFF2-40B4-BE49-F238E27FC236}">
                <a16:creationId xmlns:a16="http://schemas.microsoft.com/office/drawing/2014/main" id="{736F3295-0042-8325-7E66-E837E82CB8FA}"/>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Regole interessanti cluster </a:t>
            </a:r>
            <a:endParaRPr dirty="0"/>
          </a:p>
        </p:txBody>
      </p:sp>
      <p:sp>
        <p:nvSpPr>
          <p:cNvPr id="2" name="Ovale 1">
            <a:extLst>
              <a:ext uri="{FF2B5EF4-FFF2-40B4-BE49-F238E27FC236}">
                <a16:creationId xmlns:a16="http://schemas.microsoft.com/office/drawing/2014/main" id="{F70EB2DD-F193-C90D-E4D7-C4AC647F6823}"/>
              </a:ext>
            </a:extLst>
          </p:cNvPr>
          <p:cNvSpPr>
            <a:spLocks/>
          </p:cNvSpPr>
          <p:nvPr/>
        </p:nvSpPr>
        <p:spPr>
          <a:xfrm>
            <a:off x="7331381" y="651534"/>
            <a:ext cx="316428" cy="307182"/>
          </a:xfrm>
          <a:prstGeom prst="ellipse">
            <a:avLst/>
          </a:prstGeom>
          <a:solidFill>
            <a:srgbClr val="FF7C80"/>
          </a:solidFill>
          <a:ln>
            <a:solidFill>
              <a:srgbClr val="A500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solidFill>
                  <a:srgbClr val="000000"/>
                </a:solidFill>
              </a:rPr>
              <a:t>1</a:t>
            </a:r>
          </a:p>
        </p:txBody>
      </p:sp>
      <p:sp>
        <p:nvSpPr>
          <p:cNvPr id="5" name="Google Shape;373;p37">
            <a:extLst>
              <a:ext uri="{FF2B5EF4-FFF2-40B4-BE49-F238E27FC236}">
                <a16:creationId xmlns:a16="http://schemas.microsoft.com/office/drawing/2014/main" id="{C3138229-E256-E20E-B371-92DFBE07C472}"/>
              </a:ext>
            </a:extLst>
          </p:cNvPr>
          <p:cNvSpPr txBox="1">
            <a:spLocks/>
          </p:cNvSpPr>
          <p:nvPr/>
        </p:nvSpPr>
        <p:spPr>
          <a:xfrm>
            <a:off x="163546" y="1184012"/>
            <a:ext cx="8872536" cy="397800"/>
          </a:xfrm>
          <a:prstGeom prst="rect">
            <a:avLst/>
          </a:prstGeom>
          <a:noFill/>
          <a:ln>
            <a:solidFill>
              <a:schemeClr val="accent1">
                <a:lumMod val="50000"/>
              </a:schemeClr>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1pPr>
            <a:lvl2pPr marL="914400" marR="0" lvl="1"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9pPr>
          </a:lstStyle>
          <a:p>
            <a:pPr marL="0" indent="0">
              <a:lnSpc>
                <a:spcPct val="100000"/>
              </a:lnSpc>
              <a:buClr>
                <a:srgbClr val="000000"/>
              </a:buClr>
              <a:buSzTx/>
              <a:buFont typeface="Arial"/>
              <a:buNone/>
              <a:defRPr/>
            </a:pPr>
            <a:r>
              <a:rPr lang="it-IT" b="1" dirty="0">
                <a:solidFill>
                  <a:srgbClr val="000000"/>
                </a:solidFill>
                <a:latin typeface="DM Sans" pitchFamily="2" charset="0"/>
                <a:ea typeface="Arial"/>
                <a:cs typeface="Arial"/>
                <a:sym typeface="Arial"/>
              </a:rPr>
              <a:t>{</a:t>
            </a:r>
            <a:r>
              <a:rPr lang="it-IT" b="1" dirty="0" err="1">
                <a:solidFill>
                  <a:srgbClr val="000000"/>
                </a:solidFill>
                <a:latin typeface="DM Sans" pitchFamily="2" charset="0"/>
                <a:ea typeface="Arial"/>
                <a:cs typeface="Arial"/>
                <a:sym typeface="Arial"/>
              </a:rPr>
              <a:t>Reconciling</a:t>
            </a:r>
            <a:r>
              <a:rPr lang="it-IT" b="1" dirty="0">
                <a:solidFill>
                  <a:srgbClr val="000000"/>
                </a:solidFill>
                <a:latin typeface="DM Sans" pitchFamily="2" charset="0"/>
                <a:ea typeface="Arial"/>
                <a:cs typeface="Arial"/>
                <a:sym typeface="Arial"/>
              </a:rPr>
              <a:t>=2.0} -&gt; {</a:t>
            </a:r>
            <a:r>
              <a:rPr lang="it-IT" b="1" dirty="0" err="1">
                <a:solidFill>
                  <a:srgbClr val="000000"/>
                </a:solidFill>
                <a:latin typeface="DM Sans" pitchFamily="2" charset="0"/>
                <a:ea typeface="Arial"/>
                <a:cs typeface="Arial"/>
                <a:sym typeface="Arial"/>
              </a:rPr>
              <a:t>HouseworkMore</a:t>
            </a:r>
            <a:r>
              <a:rPr lang="it-IT" b="1" dirty="0">
                <a:solidFill>
                  <a:srgbClr val="000000"/>
                </a:solidFill>
                <a:latin typeface="DM Sans" pitchFamily="2" charset="0"/>
                <a:ea typeface="Arial"/>
                <a:cs typeface="Arial"/>
                <a:sym typeface="Arial"/>
              </a:rPr>
              <a:t>=2.0} (</a:t>
            </a:r>
            <a:r>
              <a:rPr lang="it-IT" b="1" dirty="0" err="1">
                <a:solidFill>
                  <a:srgbClr val="000000"/>
                </a:solidFill>
                <a:latin typeface="DM Sans" pitchFamily="2" charset="0"/>
                <a:ea typeface="Arial"/>
                <a:cs typeface="Arial"/>
                <a:sym typeface="Arial"/>
              </a:rPr>
              <a:t>conf</a:t>
            </a:r>
            <a:r>
              <a:rPr lang="it-IT" b="1" dirty="0">
                <a:solidFill>
                  <a:srgbClr val="000000"/>
                </a:solidFill>
                <a:latin typeface="DM Sans" pitchFamily="2" charset="0"/>
                <a:ea typeface="Arial"/>
                <a:cs typeface="Arial"/>
                <a:sym typeface="Arial"/>
              </a:rPr>
              <a:t>: 0.915, </a:t>
            </a:r>
            <a:r>
              <a:rPr lang="it-IT" b="1" dirty="0" err="1">
                <a:solidFill>
                  <a:srgbClr val="000000"/>
                </a:solidFill>
                <a:latin typeface="DM Sans" pitchFamily="2" charset="0"/>
                <a:ea typeface="Arial"/>
                <a:cs typeface="Arial"/>
                <a:sym typeface="Arial"/>
              </a:rPr>
              <a:t>supp</a:t>
            </a:r>
            <a:r>
              <a:rPr lang="it-IT" b="1" dirty="0">
                <a:solidFill>
                  <a:srgbClr val="000000"/>
                </a:solidFill>
                <a:latin typeface="DM Sans" pitchFamily="2" charset="0"/>
                <a:ea typeface="Arial"/>
                <a:cs typeface="Arial"/>
                <a:sym typeface="Arial"/>
              </a:rPr>
              <a:t>: 0.728)</a:t>
            </a:r>
          </a:p>
        </p:txBody>
      </p:sp>
      <p:sp>
        <p:nvSpPr>
          <p:cNvPr id="6" name="Google Shape;373;p37">
            <a:extLst>
              <a:ext uri="{FF2B5EF4-FFF2-40B4-BE49-F238E27FC236}">
                <a16:creationId xmlns:a16="http://schemas.microsoft.com/office/drawing/2014/main" id="{02174948-4210-6457-B9A5-4151DDF398FC}"/>
              </a:ext>
            </a:extLst>
          </p:cNvPr>
          <p:cNvSpPr txBox="1">
            <a:spLocks/>
          </p:cNvSpPr>
          <p:nvPr/>
        </p:nvSpPr>
        <p:spPr>
          <a:xfrm>
            <a:off x="427863" y="1582601"/>
            <a:ext cx="8288269" cy="5801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1pPr>
            <a:lvl2pPr marL="914400" marR="0" lvl="1"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9pPr>
          </a:lstStyle>
          <a:p>
            <a:pPr marL="285750" indent="-285750" algn="l">
              <a:lnSpc>
                <a:spcPct val="100000"/>
              </a:lnSpc>
              <a:buClr>
                <a:srgbClr val="000000"/>
              </a:buClr>
              <a:buSzTx/>
              <a:defRPr/>
            </a:pPr>
            <a:r>
              <a:rPr lang="it-IT" dirty="0">
                <a:solidFill>
                  <a:srgbClr val="000000"/>
                </a:solidFill>
                <a:latin typeface="DM Sans" pitchFamily="2" charset="0"/>
                <a:ea typeface="Arial"/>
                <a:cs typeface="Arial"/>
                <a:sym typeface="Arial"/>
              </a:rPr>
              <a:t>Famiglie che accusano problemi nel riconciliarsi hanno anche un aumento delle faccende domestiche.</a:t>
            </a:r>
          </a:p>
        </p:txBody>
      </p:sp>
      <p:sp>
        <p:nvSpPr>
          <p:cNvPr id="7" name="Google Shape;373;p37">
            <a:extLst>
              <a:ext uri="{FF2B5EF4-FFF2-40B4-BE49-F238E27FC236}">
                <a16:creationId xmlns:a16="http://schemas.microsoft.com/office/drawing/2014/main" id="{0D4F2FCB-4396-1CAB-7213-71ACE697A9F1}"/>
              </a:ext>
            </a:extLst>
          </p:cNvPr>
          <p:cNvSpPr txBox="1">
            <a:spLocks/>
          </p:cNvSpPr>
          <p:nvPr/>
        </p:nvSpPr>
        <p:spPr>
          <a:xfrm>
            <a:off x="163546" y="2275735"/>
            <a:ext cx="8872536" cy="397800"/>
          </a:xfrm>
          <a:prstGeom prst="rect">
            <a:avLst/>
          </a:prstGeom>
          <a:noFill/>
          <a:ln>
            <a:solidFill>
              <a:schemeClr val="accent1">
                <a:lumMod val="50000"/>
              </a:schemeClr>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1pPr>
            <a:lvl2pPr marL="914400" marR="0" lvl="1"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9pPr>
          </a:lstStyle>
          <a:p>
            <a:pPr marL="0" indent="0">
              <a:lnSpc>
                <a:spcPct val="100000"/>
              </a:lnSpc>
              <a:buClr>
                <a:srgbClr val="000000"/>
              </a:buClr>
              <a:buSzTx/>
              <a:buFont typeface="Arial"/>
              <a:buNone/>
              <a:defRPr/>
            </a:pPr>
            <a:r>
              <a:rPr lang="it-IT" b="1" dirty="0">
                <a:solidFill>
                  <a:srgbClr val="000000"/>
                </a:solidFill>
                <a:latin typeface="DM Sans" pitchFamily="2" charset="0"/>
                <a:ea typeface="Arial"/>
                <a:cs typeface="Arial"/>
                <a:sym typeface="Arial"/>
              </a:rPr>
              <a:t>{</a:t>
            </a:r>
            <a:r>
              <a:rPr lang="it-IT" b="1" dirty="0" err="1">
                <a:solidFill>
                  <a:srgbClr val="000000"/>
                </a:solidFill>
                <a:latin typeface="DM Sans" pitchFamily="2" charset="0"/>
                <a:ea typeface="Arial"/>
                <a:cs typeface="Arial"/>
                <a:sym typeface="Arial"/>
              </a:rPr>
              <a:t>PositiveImpact</a:t>
            </a:r>
            <a:r>
              <a:rPr lang="it-IT" b="1" dirty="0">
                <a:solidFill>
                  <a:srgbClr val="000000"/>
                </a:solidFill>
                <a:latin typeface="DM Sans" pitchFamily="2" charset="0"/>
                <a:ea typeface="Arial"/>
                <a:cs typeface="Arial"/>
                <a:sym typeface="Arial"/>
              </a:rPr>
              <a:t>=2.0} -&gt; {</a:t>
            </a:r>
            <a:r>
              <a:rPr lang="it-IT" b="1" dirty="0" err="1">
                <a:solidFill>
                  <a:srgbClr val="000000"/>
                </a:solidFill>
                <a:latin typeface="DM Sans" pitchFamily="2" charset="0"/>
                <a:ea typeface="Arial"/>
                <a:cs typeface="Arial"/>
                <a:sym typeface="Arial"/>
              </a:rPr>
              <a:t>InterruptChildren</a:t>
            </a:r>
            <a:r>
              <a:rPr lang="it-IT" b="1" dirty="0">
                <a:solidFill>
                  <a:srgbClr val="000000"/>
                </a:solidFill>
                <a:latin typeface="DM Sans" pitchFamily="2" charset="0"/>
                <a:ea typeface="Arial"/>
                <a:cs typeface="Arial"/>
                <a:sym typeface="Arial"/>
              </a:rPr>
              <a:t>=1.0} (</a:t>
            </a:r>
            <a:r>
              <a:rPr lang="it-IT" b="1" dirty="0" err="1">
                <a:solidFill>
                  <a:srgbClr val="000000"/>
                </a:solidFill>
                <a:latin typeface="DM Sans" pitchFamily="2" charset="0"/>
                <a:ea typeface="Arial"/>
                <a:cs typeface="Arial"/>
                <a:sym typeface="Arial"/>
              </a:rPr>
              <a:t>conf</a:t>
            </a:r>
            <a:r>
              <a:rPr lang="it-IT" b="1" dirty="0">
                <a:solidFill>
                  <a:srgbClr val="000000"/>
                </a:solidFill>
                <a:latin typeface="DM Sans" pitchFamily="2" charset="0"/>
                <a:ea typeface="Arial"/>
                <a:cs typeface="Arial"/>
                <a:sym typeface="Arial"/>
              </a:rPr>
              <a:t>: 0.986, </a:t>
            </a:r>
            <a:r>
              <a:rPr lang="it-IT" b="1" dirty="0" err="1">
                <a:solidFill>
                  <a:srgbClr val="000000"/>
                </a:solidFill>
                <a:latin typeface="DM Sans" pitchFamily="2" charset="0"/>
                <a:ea typeface="Arial"/>
                <a:cs typeface="Arial"/>
                <a:sym typeface="Arial"/>
              </a:rPr>
              <a:t>supp</a:t>
            </a:r>
            <a:r>
              <a:rPr lang="it-IT" b="1" dirty="0">
                <a:solidFill>
                  <a:srgbClr val="000000"/>
                </a:solidFill>
                <a:latin typeface="DM Sans" pitchFamily="2" charset="0"/>
                <a:ea typeface="Arial"/>
                <a:cs typeface="Arial"/>
                <a:sym typeface="Arial"/>
              </a:rPr>
              <a:t>: 0.702)</a:t>
            </a:r>
          </a:p>
        </p:txBody>
      </p:sp>
      <p:sp>
        <p:nvSpPr>
          <p:cNvPr id="8" name="Google Shape;373;p37">
            <a:extLst>
              <a:ext uri="{FF2B5EF4-FFF2-40B4-BE49-F238E27FC236}">
                <a16:creationId xmlns:a16="http://schemas.microsoft.com/office/drawing/2014/main" id="{D84A383C-3031-C3C9-0618-86BCCC6CEAAD}"/>
              </a:ext>
            </a:extLst>
          </p:cNvPr>
          <p:cNvSpPr txBox="1">
            <a:spLocks/>
          </p:cNvSpPr>
          <p:nvPr/>
        </p:nvSpPr>
        <p:spPr>
          <a:xfrm>
            <a:off x="427861" y="2667593"/>
            <a:ext cx="8288269" cy="78700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1pPr>
            <a:lvl2pPr marL="914400" marR="0" lvl="1"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9pPr>
          </a:lstStyle>
          <a:p>
            <a:pPr marL="285750" indent="-285750" algn="l">
              <a:lnSpc>
                <a:spcPct val="100000"/>
              </a:lnSpc>
              <a:buClr>
                <a:srgbClr val="000000"/>
              </a:buClr>
              <a:buSzTx/>
              <a:defRPr/>
            </a:pPr>
            <a:r>
              <a:rPr lang="it-IT" dirty="0">
                <a:solidFill>
                  <a:srgbClr val="000000"/>
                </a:solidFill>
                <a:latin typeface="DM Sans" pitchFamily="2" charset="0"/>
                <a:ea typeface="Arial"/>
                <a:cs typeface="Arial"/>
                <a:sym typeface="Arial"/>
              </a:rPr>
              <a:t>Le famiglie che pensano che il covid abbia avuto anche un impatto positivo sulle loro vite spesso interrompono il proprio lavoro per aiutare i propri bambini, potrebbe essere il riavvicinamento con quest’ultimi l’impatto positivo.</a:t>
            </a:r>
          </a:p>
        </p:txBody>
      </p:sp>
      <p:sp>
        <p:nvSpPr>
          <p:cNvPr id="9" name="Google Shape;373;p37">
            <a:extLst>
              <a:ext uri="{FF2B5EF4-FFF2-40B4-BE49-F238E27FC236}">
                <a16:creationId xmlns:a16="http://schemas.microsoft.com/office/drawing/2014/main" id="{F075A1A7-99EB-7283-C46F-2F3C4FC46B27}"/>
              </a:ext>
            </a:extLst>
          </p:cNvPr>
          <p:cNvSpPr txBox="1">
            <a:spLocks/>
          </p:cNvSpPr>
          <p:nvPr/>
        </p:nvSpPr>
        <p:spPr>
          <a:xfrm>
            <a:off x="163546" y="3567630"/>
            <a:ext cx="8872536" cy="504308"/>
          </a:xfrm>
          <a:prstGeom prst="rect">
            <a:avLst/>
          </a:prstGeom>
          <a:noFill/>
          <a:ln>
            <a:solidFill>
              <a:schemeClr val="accent1">
                <a:lumMod val="50000"/>
              </a:schemeClr>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1pPr>
            <a:lvl2pPr marL="914400" marR="0" lvl="1"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9pPr>
          </a:lstStyle>
          <a:p>
            <a:pPr marL="0" indent="0">
              <a:lnSpc>
                <a:spcPct val="100000"/>
              </a:lnSpc>
              <a:buClr>
                <a:srgbClr val="000000"/>
              </a:buClr>
              <a:buSzTx/>
              <a:buFont typeface="Arial"/>
              <a:buNone/>
              <a:defRPr/>
            </a:pPr>
            <a:r>
              <a:rPr lang="it-IT" b="1" dirty="0">
                <a:solidFill>
                  <a:srgbClr val="000000"/>
                </a:solidFill>
                <a:latin typeface="DM Sans" pitchFamily="2" charset="0"/>
                <a:ea typeface="Arial"/>
                <a:cs typeface="Arial"/>
                <a:sym typeface="Arial"/>
              </a:rPr>
              <a:t>{</a:t>
            </a:r>
            <a:r>
              <a:rPr lang="it-IT" b="1" dirty="0" err="1">
                <a:solidFill>
                  <a:srgbClr val="000000"/>
                </a:solidFill>
                <a:latin typeface="DM Sans" pitchFamily="2" charset="0"/>
                <a:ea typeface="Arial"/>
                <a:cs typeface="Arial"/>
                <a:sym typeface="Arial"/>
              </a:rPr>
              <a:t>FamiliesCollaboration</a:t>
            </a:r>
            <a:r>
              <a:rPr lang="it-IT" b="1" dirty="0">
                <a:solidFill>
                  <a:srgbClr val="000000"/>
                </a:solidFill>
                <a:latin typeface="DM Sans" pitchFamily="2" charset="0"/>
                <a:ea typeface="Arial"/>
                <a:cs typeface="Arial"/>
                <a:sym typeface="Arial"/>
              </a:rPr>
              <a:t>=3.0, </a:t>
            </a:r>
            <a:r>
              <a:rPr lang="it-IT" b="1" dirty="0" err="1">
                <a:solidFill>
                  <a:srgbClr val="000000"/>
                </a:solidFill>
                <a:latin typeface="DM Sans" pitchFamily="2" charset="0"/>
                <a:ea typeface="Arial"/>
                <a:cs typeface="Arial"/>
                <a:sym typeface="Arial"/>
              </a:rPr>
              <a:t>PrioritySocialisation</a:t>
            </a:r>
            <a:r>
              <a:rPr lang="it-IT" b="1" dirty="0">
                <a:solidFill>
                  <a:srgbClr val="000000"/>
                </a:solidFill>
                <a:latin typeface="DM Sans" pitchFamily="2" charset="0"/>
                <a:ea typeface="Arial"/>
                <a:cs typeface="Arial"/>
                <a:sym typeface="Arial"/>
              </a:rPr>
              <a:t>=3.0} -&gt; {</a:t>
            </a:r>
            <a:r>
              <a:rPr lang="it-IT" b="1" dirty="0" err="1">
                <a:solidFill>
                  <a:srgbClr val="000000"/>
                </a:solidFill>
                <a:latin typeface="DM Sans" pitchFamily="2" charset="0"/>
                <a:ea typeface="Arial"/>
                <a:cs typeface="Arial"/>
                <a:sym typeface="Arial"/>
              </a:rPr>
              <a:t>InterruptChildren</a:t>
            </a:r>
            <a:r>
              <a:rPr lang="it-IT" b="1" dirty="0">
                <a:solidFill>
                  <a:srgbClr val="000000"/>
                </a:solidFill>
                <a:latin typeface="DM Sans" pitchFamily="2" charset="0"/>
                <a:ea typeface="Arial"/>
                <a:cs typeface="Arial"/>
                <a:sym typeface="Arial"/>
              </a:rPr>
              <a:t>=1.0} (</a:t>
            </a:r>
            <a:r>
              <a:rPr lang="it-IT" b="1" dirty="0" err="1">
                <a:solidFill>
                  <a:srgbClr val="000000"/>
                </a:solidFill>
                <a:latin typeface="DM Sans" pitchFamily="2" charset="0"/>
                <a:ea typeface="Arial"/>
                <a:cs typeface="Arial"/>
                <a:sym typeface="Arial"/>
              </a:rPr>
              <a:t>conf</a:t>
            </a:r>
            <a:r>
              <a:rPr lang="it-IT" b="1" dirty="0">
                <a:solidFill>
                  <a:srgbClr val="000000"/>
                </a:solidFill>
                <a:latin typeface="DM Sans" pitchFamily="2" charset="0"/>
                <a:ea typeface="Arial"/>
                <a:cs typeface="Arial"/>
                <a:sym typeface="Arial"/>
              </a:rPr>
              <a:t>: 0.988, </a:t>
            </a:r>
            <a:r>
              <a:rPr lang="it-IT" b="1" dirty="0" err="1">
                <a:solidFill>
                  <a:srgbClr val="000000"/>
                </a:solidFill>
                <a:latin typeface="DM Sans" pitchFamily="2" charset="0"/>
                <a:ea typeface="Arial"/>
                <a:cs typeface="Arial"/>
                <a:sym typeface="Arial"/>
              </a:rPr>
              <a:t>supp</a:t>
            </a:r>
            <a:r>
              <a:rPr lang="it-IT" b="1" dirty="0">
                <a:solidFill>
                  <a:srgbClr val="000000"/>
                </a:solidFill>
                <a:latin typeface="DM Sans" pitchFamily="2" charset="0"/>
                <a:ea typeface="Arial"/>
                <a:cs typeface="Arial"/>
                <a:sym typeface="Arial"/>
              </a:rPr>
              <a:t>: 0.705)</a:t>
            </a:r>
          </a:p>
        </p:txBody>
      </p:sp>
      <p:sp>
        <p:nvSpPr>
          <p:cNvPr id="10" name="Google Shape;373;p37">
            <a:extLst>
              <a:ext uri="{FF2B5EF4-FFF2-40B4-BE49-F238E27FC236}">
                <a16:creationId xmlns:a16="http://schemas.microsoft.com/office/drawing/2014/main" id="{E5F8B720-442F-ACC7-491B-4B6F1519A44B}"/>
              </a:ext>
            </a:extLst>
          </p:cNvPr>
          <p:cNvSpPr txBox="1">
            <a:spLocks/>
          </p:cNvSpPr>
          <p:nvPr/>
        </p:nvSpPr>
        <p:spPr>
          <a:xfrm>
            <a:off x="427861" y="4071938"/>
            <a:ext cx="8288269" cy="78516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1pPr>
            <a:lvl2pPr marL="914400" marR="0" lvl="1"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9pPr>
          </a:lstStyle>
          <a:p>
            <a:pPr marL="285750" indent="-285750" algn="l">
              <a:lnSpc>
                <a:spcPct val="100000"/>
              </a:lnSpc>
              <a:buClr>
                <a:srgbClr val="000000"/>
              </a:buClr>
              <a:buSzTx/>
              <a:defRPr/>
            </a:pPr>
            <a:r>
              <a:rPr lang="it-IT" dirty="0">
                <a:solidFill>
                  <a:srgbClr val="000000"/>
                </a:solidFill>
                <a:latin typeface="DM Sans" pitchFamily="2" charset="0"/>
                <a:ea typeface="Arial"/>
                <a:cs typeface="Arial"/>
                <a:sym typeface="Arial"/>
              </a:rPr>
              <a:t>Le famiglie, per le quali un ruolo importante per un ritorno a scuola sia la collaborazione delle famiglie unito al fatto che danno molta priorità alla socializzazione dei loro bambini, sono spesso associate a quelle famiglie che interrompono il loro lavoro per aiutare i bambini.</a:t>
            </a:r>
          </a:p>
        </p:txBody>
      </p:sp>
    </p:spTree>
    <p:extLst>
      <p:ext uri="{BB962C8B-B14F-4D97-AF65-F5344CB8AC3E}">
        <p14:creationId xmlns:p14="http://schemas.microsoft.com/office/powerpoint/2010/main" val="14008988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460C702E-049F-7832-CC64-221E37AD559E}"/>
            </a:ext>
          </a:extLst>
        </p:cNvPr>
        <p:cNvGrpSpPr/>
        <p:nvPr/>
      </p:nvGrpSpPr>
      <p:grpSpPr>
        <a:xfrm>
          <a:off x="0" y="0"/>
          <a:ext cx="0" cy="0"/>
          <a:chOff x="0" y="0"/>
          <a:chExt cx="0" cy="0"/>
        </a:xfrm>
      </p:grpSpPr>
      <p:sp>
        <p:nvSpPr>
          <p:cNvPr id="372" name="Google Shape;372;p37">
            <a:extLst>
              <a:ext uri="{FF2B5EF4-FFF2-40B4-BE49-F238E27FC236}">
                <a16:creationId xmlns:a16="http://schemas.microsoft.com/office/drawing/2014/main" id="{15975525-4DDD-669E-E452-EE85A6FD43CB}"/>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Regole interessanti cluster </a:t>
            </a:r>
            <a:endParaRPr dirty="0"/>
          </a:p>
        </p:txBody>
      </p:sp>
      <p:sp>
        <p:nvSpPr>
          <p:cNvPr id="5" name="Google Shape;373;p37">
            <a:extLst>
              <a:ext uri="{FF2B5EF4-FFF2-40B4-BE49-F238E27FC236}">
                <a16:creationId xmlns:a16="http://schemas.microsoft.com/office/drawing/2014/main" id="{63D31C50-6F47-33D4-1318-B19C14951B32}"/>
              </a:ext>
            </a:extLst>
          </p:cNvPr>
          <p:cNvSpPr txBox="1">
            <a:spLocks/>
          </p:cNvSpPr>
          <p:nvPr/>
        </p:nvSpPr>
        <p:spPr>
          <a:xfrm>
            <a:off x="163546" y="1511042"/>
            <a:ext cx="8872536" cy="397800"/>
          </a:xfrm>
          <a:prstGeom prst="rect">
            <a:avLst/>
          </a:prstGeom>
          <a:noFill/>
          <a:ln>
            <a:solidFill>
              <a:schemeClr val="accent1">
                <a:lumMod val="50000"/>
              </a:schemeClr>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1pPr>
            <a:lvl2pPr marL="914400" marR="0" lvl="1"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9pPr>
          </a:lstStyle>
          <a:p>
            <a:pPr marL="0" indent="0">
              <a:lnSpc>
                <a:spcPct val="100000"/>
              </a:lnSpc>
              <a:buClr>
                <a:srgbClr val="000000"/>
              </a:buClr>
              <a:buSzTx/>
              <a:buFont typeface="Arial"/>
              <a:buNone/>
              <a:defRPr/>
            </a:pPr>
            <a:r>
              <a:rPr lang="it-IT" b="1" dirty="0">
                <a:solidFill>
                  <a:srgbClr val="000000"/>
                </a:solidFill>
                <a:latin typeface="DM Sans" pitchFamily="2" charset="0"/>
                <a:ea typeface="Arial"/>
                <a:cs typeface="Arial"/>
                <a:sym typeface="Arial"/>
              </a:rPr>
              <a:t>{</a:t>
            </a:r>
            <a:r>
              <a:rPr lang="it-IT" b="1" dirty="0" err="1">
                <a:solidFill>
                  <a:srgbClr val="000000"/>
                </a:solidFill>
                <a:latin typeface="DM Sans" pitchFamily="2" charset="0"/>
                <a:ea typeface="Arial"/>
                <a:cs typeface="Arial"/>
                <a:sym typeface="Arial"/>
              </a:rPr>
              <a:t>ChildScreens</a:t>
            </a:r>
            <a:r>
              <a:rPr lang="it-IT" b="1" dirty="0">
                <a:solidFill>
                  <a:srgbClr val="000000"/>
                </a:solidFill>
                <a:latin typeface="DM Sans" pitchFamily="2" charset="0"/>
                <a:ea typeface="Arial"/>
                <a:cs typeface="Arial"/>
                <a:sym typeface="Arial"/>
              </a:rPr>
              <a:t>=1.0} -&gt; {</a:t>
            </a:r>
            <a:r>
              <a:rPr lang="it-IT" b="1" dirty="0" err="1">
                <a:solidFill>
                  <a:srgbClr val="000000"/>
                </a:solidFill>
                <a:latin typeface="DM Sans" pitchFamily="2" charset="0"/>
                <a:ea typeface="Arial"/>
                <a:cs typeface="Arial"/>
                <a:sym typeface="Arial"/>
              </a:rPr>
              <a:t>ChildMissFriends</a:t>
            </a:r>
            <a:r>
              <a:rPr lang="it-IT" b="1" dirty="0">
                <a:solidFill>
                  <a:srgbClr val="000000"/>
                </a:solidFill>
                <a:latin typeface="DM Sans" pitchFamily="2" charset="0"/>
                <a:ea typeface="Arial"/>
                <a:cs typeface="Arial"/>
                <a:sym typeface="Arial"/>
              </a:rPr>
              <a:t>=1.0} (</a:t>
            </a:r>
            <a:r>
              <a:rPr lang="it-IT" b="1" dirty="0" err="1">
                <a:solidFill>
                  <a:srgbClr val="000000"/>
                </a:solidFill>
                <a:latin typeface="DM Sans" pitchFamily="2" charset="0"/>
                <a:ea typeface="Arial"/>
                <a:cs typeface="Arial"/>
                <a:sym typeface="Arial"/>
              </a:rPr>
              <a:t>conf</a:t>
            </a:r>
            <a:r>
              <a:rPr lang="it-IT" b="1" dirty="0">
                <a:solidFill>
                  <a:srgbClr val="000000"/>
                </a:solidFill>
                <a:latin typeface="DM Sans" pitchFamily="2" charset="0"/>
                <a:ea typeface="Arial"/>
                <a:cs typeface="Arial"/>
                <a:sym typeface="Arial"/>
              </a:rPr>
              <a:t>: 0.914, </a:t>
            </a:r>
            <a:r>
              <a:rPr lang="it-IT" b="1" dirty="0" err="1">
                <a:solidFill>
                  <a:srgbClr val="000000"/>
                </a:solidFill>
                <a:latin typeface="DM Sans" pitchFamily="2" charset="0"/>
                <a:ea typeface="Arial"/>
                <a:cs typeface="Arial"/>
                <a:sym typeface="Arial"/>
              </a:rPr>
              <a:t>supp</a:t>
            </a:r>
            <a:r>
              <a:rPr lang="it-IT" b="1" dirty="0">
                <a:solidFill>
                  <a:srgbClr val="000000"/>
                </a:solidFill>
                <a:latin typeface="DM Sans" pitchFamily="2" charset="0"/>
                <a:ea typeface="Arial"/>
                <a:cs typeface="Arial"/>
                <a:sym typeface="Arial"/>
              </a:rPr>
              <a:t>: 0.630) </a:t>
            </a:r>
          </a:p>
        </p:txBody>
      </p:sp>
      <p:sp>
        <p:nvSpPr>
          <p:cNvPr id="6" name="Google Shape;373;p37">
            <a:extLst>
              <a:ext uri="{FF2B5EF4-FFF2-40B4-BE49-F238E27FC236}">
                <a16:creationId xmlns:a16="http://schemas.microsoft.com/office/drawing/2014/main" id="{B7D57D88-2360-B6C1-5D43-7A5C92ABD20E}"/>
              </a:ext>
            </a:extLst>
          </p:cNvPr>
          <p:cNvSpPr txBox="1">
            <a:spLocks/>
          </p:cNvSpPr>
          <p:nvPr/>
        </p:nvSpPr>
        <p:spPr>
          <a:xfrm>
            <a:off x="427863" y="1909630"/>
            <a:ext cx="8288269" cy="74738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1pPr>
            <a:lvl2pPr marL="914400" marR="0" lvl="1"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9pPr>
          </a:lstStyle>
          <a:p>
            <a:pPr marL="285750" indent="-285750" algn="l">
              <a:lnSpc>
                <a:spcPct val="100000"/>
              </a:lnSpc>
              <a:buClr>
                <a:srgbClr val="000000"/>
              </a:buClr>
              <a:buSzTx/>
              <a:defRPr/>
            </a:pPr>
            <a:r>
              <a:rPr lang="it-IT" dirty="0">
                <a:solidFill>
                  <a:srgbClr val="000000"/>
                </a:solidFill>
                <a:latin typeface="DM Sans" pitchFamily="2" charset="0"/>
                <a:ea typeface="Arial"/>
                <a:cs typeface="Arial"/>
                <a:sym typeface="Arial"/>
              </a:rPr>
              <a:t>I bambini i quali passano troppo tempo davanti allo schermo sentono anche la mancanza degli amici. Regola interessante perché mette in evidenza che il contatto virtuale non è equivalente alla socializzazione classica.</a:t>
            </a:r>
          </a:p>
        </p:txBody>
      </p:sp>
      <p:sp>
        <p:nvSpPr>
          <p:cNvPr id="9" name="Google Shape;373;p37">
            <a:extLst>
              <a:ext uri="{FF2B5EF4-FFF2-40B4-BE49-F238E27FC236}">
                <a16:creationId xmlns:a16="http://schemas.microsoft.com/office/drawing/2014/main" id="{32521D2A-267F-0B59-85BF-7D58F628F6C2}"/>
              </a:ext>
            </a:extLst>
          </p:cNvPr>
          <p:cNvSpPr txBox="1">
            <a:spLocks/>
          </p:cNvSpPr>
          <p:nvPr/>
        </p:nvSpPr>
        <p:spPr>
          <a:xfrm>
            <a:off x="163546" y="3128153"/>
            <a:ext cx="8872536" cy="397800"/>
          </a:xfrm>
          <a:prstGeom prst="rect">
            <a:avLst/>
          </a:prstGeom>
          <a:noFill/>
          <a:ln>
            <a:solidFill>
              <a:schemeClr val="accent1">
                <a:lumMod val="50000"/>
              </a:schemeClr>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1pPr>
            <a:lvl2pPr marL="914400" marR="0" lvl="1"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9pPr>
          </a:lstStyle>
          <a:p>
            <a:pPr marL="0" indent="0">
              <a:lnSpc>
                <a:spcPct val="100000"/>
              </a:lnSpc>
              <a:buClr>
                <a:srgbClr val="000000"/>
              </a:buClr>
              <a:buSzTx/>
              <a:buFont typeface="Arial"/>
              <a:buNone/>
              <a:defRPr/>
            </a:pPr>
            <a:r>
              <a:rPr lang="it-IT" b="1" dirty="0">
                <a:solidFill>
                  <a:srgbClr val="000000"/>
                </a:solidFill>
                <a:latin typeface="DM Sans" pitchFamily="2" charset="0"/>
                <a:ea typeface="Arial"/>
                <a:cs typeface="Arial"/>
                <a:sym typeface="Arial"/>
              </a:rPr>
              <a:t>{</a:t>
            </a:r>
            <a:r>
              <a:rPr lang="it-IT" b="1" dirty="0" err="1">
                <a:solidFill>
                  <a:srgbClr val="000000"/>
                </a:solidFill>
                <a:latin typeface="DM Sans" pitchFamily="2" charset="0"/>
                <a:ea typeface="Arial"/>
                <a:cs typeface="Arial"/>
                <a:sym typeface="Arial"/>
              </a:rPr>
              <a:t>PriorityEmotional</a:t>
            </a:r>
            <a:r>
              <a:rPr lang="it-IT" b="1" dirty="0">
                <a:solidFill>
                  <a:srgbClr val="000000"/>
                </a:solidFill>
                <a:latin typeface="DM Sans" pitchFamily="2" charset="0"/>
                <a:ea typeface="Arial"/>
                <a:cs typeface="Arial"/>
                <a:sym typeface="Arial"/>
              </a:rPr>
              <a:t>=3.0} -&gt; {</a:t>
            </a:r>
            <a:r>
              <a:rPr lang="it-IT" b="1" dirty="0" err="1">
                <a:solidFill>
                  <a:srgbClr val="000000"/>
                </a:solidFill>
                <a:latin typeface="DM Sans" pitchFamily="2" charset="0"/>
                <a:ea typeface="Arial"/>
                <a:cs typeface="Arial"/>
                <a:sym typeface="Arial"/>
              </a:rPr>
              <a:t>SpaceSurroundingOther</a:t>
            </a:r>
            <a:r>
              <a:rPr lang="it-IT" b="1" dirty="0">
                <a:solidFill>
                  <a:srgbClr val="000000"/>
                </a:solidFill>
                <a:latin typeface="DM Sans" pitchFamily="2" charset="0"/>
                <a:ea typeface="Arial"/>
                <a:cs typeface="Arial"/>
                <a:sym typeface="Arial"/>
              </a:rPr>
              <a:t>=0.0} (</a:t>
            </a:r>
            <a:r>
              <a:rPr lang="it-IT" b="1" dirty="0" err="1">
                <a:solidFill>
                  <a:srgbClr val="000000"/>
                </a:solidFill>
                <a:latin typeface="DM Sans" pitchFamily="2" charset="0"/>
                <a:ea typeface="Arial"/>
                <a:cs typeface="Arial"/>
                <a:sym typeface="Arial"/>
              </a:rPr>
              <a:t>conf</a:t>
            </a:r>
            <a:r>
              <a:rPr lang="it-IT" b="1" dirty="0">
                <a:solidFill>
                  <a:srgbClr val="000000"/>
                </a:solidFill>
                <a:latin typeface="DM Sans" pitchFamily="2" charset="0"/>
                <a:ea typeface="Arial"/>
                <a:cs typeface="Arial"/>
                <a:sym typeface="Arial"/>
              </a:rPr>
              <a:t>: 0.904, </a:t>
            </a:r>
            <a:r>
              <a:rPr lang="it-IT" b="1" dirty="0" err="1">
                <a:solidFill>
                  <a:srgbClr val="000000"/>
                </a:solidFill>
                <a:latin typeface="DM Sans" pitchFamily="2" charset="0"/>
                <a:ea typeface="Arial"/>
                <a:cs typeface="Arial"/>
                <a:sym typeface="Arial"/>
              </a:rPr>
              <a:t>supp</a:t>
            </a:r>
            <a:r>
              <a:rPr lang="it-IT" b="1" dirty="0">
                <a:solidFill>
                  <a:srgbClr val="000000"/>
                </a:solidFill>
                <a:latin typeface="DM Sans" pitchFamily="2" charset="0"/>
                <a:ea typeface="Arial"/>
                <a:cs typeface="Arial"/>
                <a:sym typeface="Arial"/>
              </a:rPr>
              <a:t>: 0.720)</a:t>
            </a:r>
          </a:p>
        </p:txBody>
      </p:sp>
      <p:sp>
        <p:nvSpPr>
          <p:cNvPr id="10" name="Google Shape;373;p37">
            <a:extLst>
              <a:ext uri="{FF2B5EF4-FFF2-40B4-BE49-F238E27FC236}">
                <a16:creationId xmlns:a16="http://schemas.microsoft.com/office/drawing/2014/main" id="{8F1E8513-F40C-E3ED-53D7-AA937106B55D}"/>
              </a:ext>
            </a:extLst>
          </p:cNvPr>
          <p:cNvSpPr txBox="1">
            <a:spLocks/>
          </p:cNvSpPr>
          <p:nvPr/>
        </p:nvSpPr>
        <p:spPr>
          <a:xfrm>
            <a:off x="455679" y="3525953"/>
            <a:ext cx="8288269" cy="76664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1pPr>
            <a:lvl2pPr marL="914400" marR="0" lvl="1"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9pPr>
          </a:lstStyle>
          <a:p>
            <a:pPr marL="285750" indent="-285750" algn="l">
              <a:lnSpc>
                <a:spcPct val="100000"/>
              </a:lnSpc>
              <a:buClr>
                <a:srgbClr val="000000"/>
              </a:buClr>
              <a:buSzTx/>
              <a:defRPr/>
            </a:pPr>
            <a:r>
              <a:rPr lang="it-IT" dirty="0">
                <a:solidFill>
                  <a:srgbClr val="000000"/>
                </a:solidFill>
                <a:latin typeface="DM Sans" pitchFamily="2" charset="0"/>
                <a:ea typeface="Arial"/>
                <a:cs typeface="Arial"/>
                <a:sym typeface="Arial"/>
              </a:rPr>
              <a:t>Le famiglie che danno maggiore priorità all’apprendimento emotivo dei bambini spesso sono quelle che non hanno altri spazi all’aperto che li circondano, questo potrebbe indicare che  bambini hanno poco svago, restano spesso chiusi in casa.</a:t>
            </a:r>
          </a:p>
        </p:txBody>
      </p:sp>
      <p:sp>
        <p:nvSpPr>
          <p:cNvPr id="3" name="Ovale 2">
            <a:extLst>
              <a:ext uri="{FF2B5EF4-FFF2-40B4-BE49-F238E27FC236}">
                <a16:creationId xmlns:a16="http://schemas.microsoft.com/office/drawing/2014/main" id="{87B66E63-ED69-BB1A-5282-6AD12C399DD4}"/>
              </a:ext>
            </a:extLst>
          </p:cNvPr>
          <p:cNvSpPr>
            <a:spLocks/>
          </p:cNvSpPr>
          <p:nvPr/>
        </p:nvSpPr>
        <p:spPr>
          <a:xfrm>
            <a:off x="7331381" y="651534"/>
            <a:ext cx="316428" cy="307182"/>
          </a:xfrm>
          <a:prstGeom prst="ellipse">
            <a:avLst/>
          </a:prstGeom>
          <a:solidFill>
            <a:srgbClr val="FFFF99"/>
          </a:solidFill>
          <a:ln>
            <a:solidFill>
              <a:srgbClr val="FFCC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solidFill>
                  <a:srgbClr val="000000"/>
                </a:solidFill>
              </a:rPr>
              <a:t>2</a:t>
            </a:r>
          </a:p>
        </p:txBody>
      </p:sp>
    </p:spTree>
    <p:extLst>
      <p:ext uri="{BB962C8B-B14F-4D97-AF65-F5344CB8AC3E}">
        <p14:creationId xmlns:p14="http://schemas.microsoft.com/office/powerpoint/2010/main" val="16208829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A62F3D10-7A66-1E3B-0950-E3E54D8F9A7B}"/>
            </a:ext>
          </a:extLst>
        </p:cNvPr>
        <p:cNvGrpSpPr/>
        <p:nvPr/>
      </p:nvGrpSpPr>
      <p:grpSpPr>
        <a:xfrm>
          <a:off x="0" y="0"/>
          <a:ext cx="0" cy="0"/>
          <a:chOff x="0" y="0"/>
          <a:chExt cx="0" cy="0"/>
        </a:xfrm>
      </p:grpSpPr>
      <p:sp>
        <p:nvSpPr>
          <p:cNvPr id="372" name="Google Shape;372;p37">
            <a:extLst>
              <a:ext uri="{FF2B5EF4-FFF2-40B4-BE49-F238E27FC236}">
                <a16:creationId xmlns:a16="http://schemas.microsoft.com/office/drawing/2014/main" id="{3E983C4C-9BBF-B7C6-1455-E2B240693F8E}"/>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Regole interessanti cluster </a:t>
            </a:r>
            <a:endParaRPr dirty="0"/>
          </a:p>
        </p:txBody>
      </p:sp>
      <p:sp>
        <p:nvSpPr>
          <p:cNvPr id="5" name="Google Shape;373;p37">
            <a:extLst>
              <a:ext uri="{FF2B5EF4-FFF2-40B4-BE49-F238E27FC236}">
                <a16:creationId xmlns:a16="http://schemas.microsoft.com/office/drawing/2014/main" id="{8AC7BD0D-4E4C-3A68-5693-5BA16647F7B6}"/>
              </a:ext>
            </a:extLst>
          </p:cNvPr>
          <p:cNvSpPr txBox="1">
            <a:spLocks/>
          </p:cNvSpPr>
          <p:nvPr/>
        </p:nvSpPr>
        <p:spPr>
          <a:xfrm>
            <a:off x="163546" y="1513414"/>
            <a:ext cx="8872536" cy="397800"/>
          </a:xfrm>
          <a:prstGeom prst="rect">
            <a:avLst/>
          </a:prstGeom>
          <a:noFill/>
          <a:ln>
            <a:solidFill>
              <a:schemeClr val="accent1">
                <a:lumMod val="50000"/>
              </a:schemeClr>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1pPr>
            <a:lvl2pPr marL="914400" marR="0" lvl="1"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9pPr>
          </a:lstStyle>
          <a:p>
            <a:pPr marL="0" indent="0">
              <a:lnSpc>
                <a:spcPct val="100000"/>
              </a:lnSpc>
              <a:buClr>
                <a:srgbClr val="000000"/>
              </a:buClr>
              <a:buSzTx/>
              <a:buFont typeface="Arial"/>
              <a:buNone/>
              <a:defRPr/>
            </a:pPr>
            <a:r>
              <a:rPr lang="it-IT" b="1" dirty="0">
                <a:solidFill>
                  <a:srgbClr val="000000"/>
                </a:solidFill>
                <a:latin typeface="DM Sans" pitchFamily="2" charset="0"/>
                <a:ea typeface="Arial"/>
                <a:cs typeface="Arial"/>
                <a:sym typeface="Arial"/>
              </a:rPr>
              <a:t>{</a:t>
            </a:r>
            <a:r>
              <a:rPr lang="it-IT" b="1" dirty="0" err="1">
                <a:solidFill>
                  <a:srgbClr val="000000"/>
                </a:solidFill>
                <a:latin typeface="DM Sans" pitchFamily="2" charset="0"/>
                <a:ea typeface="Arial"/>
                <a:cs typeface="Arial"/>
                <a:sym typeface="Arial"/>
              </a:rPr>
              <a:t>PositiveImpact</a:t>
            </a:r>
            <a:r>
              <a:rPr lang="it-IT" b="1" dirty="0">
                <a:solidFill>
                  <a:srgbClr val="000000"/>
                </a:solidFill>
                <a:latin typeface="DM Sans" pitchFamily="2" charset="0"/>
                <a:ea typeface="Arial"/>
                <a:cs typeface="Arial"/>
                <a:sym typeface="Arial"/>
              </a:rPr>
              <a:t>=2.0} -&gt; {</a:t>
            </a:r>
            <a:r>
              <a:rPr lang="it-IT" b="1" dirty="0" err="1">
                <a:solidFill>
                  <a:srgbClr val="000000"/>
                </a:solidFill>
                <a:latin typeface="DM Sans" pitchFamily="2" charset="0"/>
                <a:ea typeface="Arial"/>
                <a:cs typeface="Arial"/>
                <a:sym typeface="Arial"/>
              </a:rPr>
              <a:t>LivingUnit</a:t>
            </a:r>
            <a:r>
              <a:rPr lang="it-IT" b="1" dirty="0">
                <a:solidFill>
                  <a:srgbClr val="000000"/>
                </a:solidFill>
                <a:latin typeface="DM Sans" pitchFamily="2" charset="0"/>
                <a:ea typeface="Arial"/>
                <a:cs typeface="Arial"/>
                <a:sym typeface="Arial"/>
              </a:rPr>
              <a:t>=2.0} (</a:t>
            </a:r>
            <a:r>
              <a:rPr lang="it-IT" b="1" dirty="0" err="1">
                <a:solidFill>
                  <a:srgbClr val="000000"/>
                </a:solidFill>
                <a:latin typeface="DM Sans" pitchFamily="2" charset="0"/>
                <a:ea typeface="Arial"/>
                <a:cs typeface="Arial"/>
                <a:sym typeface="Arial"/>
              </a:rPr>
              <a:t>conf</a:t>
            </a:r>
            <a:r>
              <a:rPr lang="it-IT" b="1" dirty="0">
                <a:solidFill>
                  <a:srgbClr val="000000"/>
                </a:solidFill>
                <a:latin typeface="DM Sans" pitchFamily="2" charset="0"/>
                <a:ea typeface="Arial"/>
                <a:cs typeface="Arial"/>
                <a:sym typeface="Arial"/>
              </a:rPr>
              <a:t>: 0.903, </a:t>
            </a:r>
            <a:r>
              <a:rPr lang="it-IT" b="1" dirty="0" err="1">
                <a:solidFill>
                  <a:srgbClr val="000000"/>
                </a:solidFill>
                <a:latin typeface="DM Sans" pitchFamily="2" charset="0"/>
                <a:ea typeface="Arial"/>
                <a:cs typeface="Arial"/>
                <a:sym typeface="Arial"/>
              </a:rPr>
              <a:t>supp</a:t>
            </a:r>
            <a:r>
              <a:rPr lang="it-IT" b="1" dirty="0">
                <a:solidFill>
                  <a:srgbClr val="000000"/>
                </a:solidFill>
                <a:latin typeface="DM Sans" pitchFamily="2" charset="0"/>
                <a:ea typeface="Arial"/>
                <a:cs typeface="Arial"/>
                <a:sym typeface="Arial"/>
              </a:rPr>
              <a:t>: 0.632)</a:t>
            </a:r>
          </a:p>
        </p:txBody>
      </p:sp>
      <p:sp>
        <p:nvSpPr>
          <p:cNvPr id="6" name="Google Shape;373;p37">
            <a:extLst>
              <a:ext uri="{FF2B5EF4-FFF2-40B4-BE49-F238E27FC236}">
                <a16:creationId xmlns:a16="http://schemas.microsoft.com/office/drawing/2014/main" id="{1DC0793A-70B3-60F7-8EED-302E54477C24}"/>
              </a:ext>
            </a:extLst>
          </p:cNvPr>
          <p:cNvSpPr txBox="1">
            <a:spLocks/>
          </p:cNvSpPr>
          <p:nvPr/>
        </p:nvSpPr>
        <p:spPr>
          <a:xfrm>
            <a:off x="427861" y="1910596"/>
            <a:ext cx="8288269" cy="74738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1pPr>
            <a:lvl2pPr marL="914400" marR="0" lvl="1"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9pPr>
          </a:lstStyle>
          <a:p>
            <a:pPr marL="285750" indent="-285750" algn="l">
              <a:lnSpc>
                <a:spcPct val="100000"/>
              </a:lnSpc>
              <a:buClr>
                <a:srgbClr val="000000"/>
              </a:buClr>
              <a:buSzTx/>
              <a:defRPr/>
            </a:pPr>
            <a:r>
              <a:rPr lang="it-IT" dirty="0">
                <a:solidFill>
                  <a:srgbClr val="000000"/>
                </a:solidFill>
                <a:latin typeface="DM Sans" pitchFamily="2" charset="0"/>
                <a:ea typeface="Arial"/>
                <a:cs typeface="Arial"/>
                <a:sym typeface="Arial"/>
              </a:rPr>
              <a:t>Le famiglie per le quali il covid-19 ha avuto anche un impatto positivo spesso sono composte da 2 adulti con uno o più bambini a carico.</a:t>
            </a:r>
          </a:p>
        </p:txBody>
      </p:sp>
      <p:sp>
        <p:nvSpPr>
          <p:cNvPr id="7" name="Google Shape;373;p37">
            <a:extLst>
              <a:ext uri="{FF2B5EF4-FFF2-40B4-BE49-F238E27FC236}">
                <a16:creationId xmlns:a16="http://schemas.microsoft.com/office/drawing/2014/main" id="{84C466FC-A9B2-467B-0FDA-A249E2ABE988}"/>
              </a:ext>
            </a:extLst>
          </p:cNvPr>
          <p:cNvSpPr txBox="1">
            <a:spLocks/>
          </p:cNvSpPr>
          <p:nvPr/>
        </p:nvSpPr>
        <p:spPr>
          <a:xfrm>
            <a:off x="163546" y="3124729"/>
            <a:ext cx="8872536" cy="397800"/>
          </a:xfrm>
          <a:prstGeom prst="rect">
            <a:avLst/>
          </a:prstGeom>
          <a:noFill/>
          <a:ln>
            <a:solidFill>
              <a:schemeClr val="accent1">
                <a:lumMod val="50000"/>
              </a:schemeClr>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1pPr>
            <a:lvl2pPr marL="914400" marR="0" lvl="1"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9pPr>
          </a:lstStyle>
          <a:p>
            <a:pPr marL="0" indent="0">
              <a:lnSpc>
                <a:spcPct val="100000"/>
              </a:lnSpc>
              <a:buClr>
                <a:srgbClr val="000000"/>
              </a:buClr>
              <a:buSzTx/>
              <a:buFont typeface="Arial"/>
              <a:buNone/>
              <a:defRPr/>
            </a:pPr>
            <a:r>
              <a:rPr lang="it-IT" b="1" dirty="0">
                <a:solidFill>
                  <a:srgbClr val="000000"/>
                </a:solidFill>
                <a:latin typeface="DM Sans" pitchFamily="2" charset="0"/>
                <a:ea typeface="Arial"/>
                <a:cs typeface="Arial"/>
                <a:sym typeface="Arial"/>
              </a:rPr>
              <a:t>{</a:t>
            </a:r>
            <a:r>
              <a:rPr lang="it-IT" b="1" dirty="0" err="1">
                <a:solidFill>
                  <a:srgbClr val="000000"/>
                </a:solidFill>
                <a:latin typeface="DM Sans" pitchFamily="2" charset="0"/>
                <a:ea typeface="Arial"/>
                <a:cs typeface="Arial"/>
                <a:sym typeface="Arial"/>
              </a:rPr>
              <a:t>LivingUnit</a:t>
            </a:r>
            <a:r>
              <a:rPr lang="it-IT" b="1" dirty="0">
                <a:solidFill>
                  <a:srgbClr val="000000"/>
                </a:solidFill>
                <a:latin typeface="DM Sans" pitchFamily="2" charset="0"/>
                <a:ea typeface="Arial"/>
                <a:cs typeface="Arial"/>
                <a:sym typeface="Arial"/>
              </a:rPr>
              <a:t>=2.0, </a:t>
            </a:r>
            <a:r>
              <a:rPr lang="it-IT" b="1" dirty="0" err="1">
                <a:solidFill>
                  <a:srgbClr val="000000"/>
                </a:solidFill>
                <a:latin typeface="DM Sans" pitchFamily="2" charset="0"/>
                <a:ea typeface="Arial"/>
                <a:cs typeface="Arial"/>
                <a:sym typeface="Arial"/>
              </a:rPr>
              <a:t>NegativeImpact</a:t>
            </a:r>
            <a:r>
              <a:rPr lang="it-IT" b="1" dirty="0">
                <a:solidFill>
                  <a:srgbClr val="000000"/>
                </a:solidFill>
                <a:latin typeface="DM Sans" pitchFamily="2" charset="0"/>
                <a:ea typeface="Arial"/>
                <a:cs typeface="Arial"/>
                <a:sym typeface="Arial"/>
              </a:rPr>
              <a:t>=2.0} -&gt; {</a:t>
            </a:r>
            <a:r>
              <a:rPr lang="it-IT" b="1" dirty="0" err="1">
                <a:solidFill>
                  <a:srgbClr val="000000"/>
                </a:solidFill>
                <a:latin typeface="DM Sans" pitchFamily="2" charset="0"/>
                <a:ea typeface="Arial"/>
                <a:cs typeface="Arial"/>
                <a:sym typeface="Arial"/>
              </a:rPr>
              <a:t>ChildMissFriends</a:t>
            </a:r>
            <a:r>
              <a:rPr lang="it-IT" b="1" dirty="0">
                <a:solidFill>
                  <a:srgbClr val="000000"/>
                </a:solidFill>
                <a:latin typeface="DM Sans" pitchFamily="2" charset="0"/>
                <a:ea typeface="Arial"/>
                <a:cs typeface="Arial"/>
                <a:sym typeface="Arial"/>
              </a:rPr>
              <a:t>=1.0} (</a:t>
            </a:r>
            <a:r>
              <a:rPr lang="it-IT" b="1" dirty="0" err="1">
                <a:solidFill>
                  <a:srgbClr val="000000"/>
                </a:solidFill>
                <a:latin typeface="DM Sans" pitchFamily="2" charset="0"/>
                <a:ea typeface="Arial"/>
                <a:cs typeface="Arial"/>
                <a:sym typeface="Arial"/>
              </a:rPr>
              <a:t>conf</a:t>
            </a:r>
            <a:r>
              <a:rPr lang="it-IT" b="1" dirty="0">
                <a:solidFill>
                  <a:srgbClr val="000000"/>
                </a:solidFill>
                <a:latin typeface="DM Sans" pitchFamily="2" charset="0"/>
                <a:ea typeface="Arial"/>
                <a:cs typeface="Arial"/>
                <a:sym typeface="Arial"/>
              </a:rPr>
              <a:t>: 0.906, </a:t>
            </a:r>
            <a:r>
              <a:rPr lang="it-IT" b="1" dirty="0" err="1">
                <a:solidFill>
                  <a:srgbClr val="000000"/>
                </a:solidFill>
                <a:latin typeface="DM Sans" pitchFamily="2" charset="0"/>
                <a:ea typeface="Arial"/>
                <a:cs typeface="Arial"/>
                <a:sym typeface="Arial"/>
              </a:rPr>
              <a:t>supp</a:t>
            </a:r>
            <a:r>
              <a:rPr lang="it-IT" b="1" dirty="0">
                <a:solidFill>
                  <a:srgbClr val="000000"/>
                </a:solidFill>
                <a:latin typeface="DM Sans" pitchFamily="2" charset="0"/>
                <a:ea typeface="Arial"/>
                <a:cs typeface="Arial"/>
                <a:sym typeface="Arial"/>
              </a:rPr>
              <a:t>: 0.625)</a:t>
            </a:r>
          </a:p>
        </p:txBody>
      </p:sp>
      <p:sp>
        <p:nvSpPr>
          <p:cNvPr id="8" name="Google Shape;373;p37">
            <a:extLst>
              <a:ext uri="{FF2B5EF4-FFF2-40B4-BE49-F238E27FC236}">
                <a16:creationId xmlns:a16="http://schemas.microsoft.com/office/drawing/2014/main" id="{E98ED449-F3FA-C57F-2720-BCD8E4A4AE5F}"/>
              </a:ext>
            </a:extLst>
          </p:cNvPr>
          <p:cNvSpPr txBox="1">
            <a:spLocks/>
          </p:cNvSpPr>
          <p:nvPr/>
        </p:nvSpPr>
        <p:spPr>
          <a:xfrm>
            <a:off x="427861" y="3522529"/>
            <a:ext cx="8288269" cy="78700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1pPr>
            <a:lvl2pPr marL="914400" marR="0" lvl="1"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DM Sans"/>
                <a:ea typeface="DM Sans"/>
                <a:cs typeface="DM Sans"/>
                <a:sym typeface="DM Sans"/>
              </a:defRPr>
            </a:lvl9pPr>
          </a:lstStyle>
          <a:p>
            <a:pPr marL="285750" indent="-285750" algn="l">
              <a:lnSpc>
                <a:spcPct val="100000"/>
              </a:lnSpc>
              <a:buClr>
                <a:srgbClr val="000000"/>
              </a:buClr>
              <a:buSzTx/>
              <a:defRPr/>
            </a:pPr>
            <a:r>
              <a:rPr lang="it-IT" dirty="0">
                <a:solidFill>
                  <a:srgbClr val="000000"/>
                </a:solidFill>
                <a:latin typeface="DM Sans" pitchFamily="2" charset="0"/>
                <a:ea typeface="Arial"/>
                <a:cs typeface="Arial"/>
                <a:sym typeface="Arial"/>
              </a:rPr>
              <a:t>Le famiglie formate da 2 adulti con uno o più bambini a carico che pensano il covid-19 abbia avuto un impatto negativo spesso associano quest’ultimo alla mancanza degli amici per i figli.</a:t>
            </a:r>
          </a:p>
        </p:txBody>
      </p:sp>
      <p:sp>
        <p:nvSpPr>
          <p:cNvPr id="3" name="Ovale 2">
            <a:extLst>
              <a:ext uri="{FF2B5EF4-FFF2-40B4-BE49-F238E27FC236}">
                <a16:creationId xmlns:a16="http://schemas.microsoft.com/office/drawing/2014/main" id="{E1554990-4FB5-6B3B-7D81-C7D9356FAEDA}"/>
              </a:ext>
            </a:extLst>
          </p:cNvPr>
          <p:cNvSpPr>
            <a:spLocks/>
          </p:cNvSpPr>
          <p:nvPr/>
        </p:nvSpPr>
        <p:spPr>
          <a:xfrm>
            <a:off x="7331381" y="651534"/>
            <a:ext cx="316428" cy="307182"/>
          </a:xfrm>
          <a:prstGeom prst="ellipse">
            <a:avLst/>
          </a:prstGeom>
          <a:solidFill>
            <a:srgbClr val="FFFF99"/>
          </a:solidFill>
          <a:ln>
            <a:solidFill>
              <a:srgbClr val="FFCC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solidFill>
                  <a:srgbClr val="000000"/>
                </a:solidFill>
              </a:rPr>
              <a:t>2</a:t>
            </a:r>
          </a:p>
        </p:txBody>
      </p:sp>
    </p:spTree>
    <p:extLst>
      <p:ext uri="{BB962C8B-B14F-4D97-AF65-F5344CB8AC3E}">
        <p14:creationId xmlns:p14="http://schemas.microsoft.com/office/powerpoint/2010/main" val="11885798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28">
          <a:extLst>
            <a:ext uri="{FF2B5EF4-FFF2-40B4-BE49-F238E27FC236}">
              <a16:creationId xmlns:a16="http://schemas.microsoft.com/office/drawing/2014/main" id="{64F0D5A2-8E29-3CDE-E935-BB6B206DCB2B}"/>
            </a:ext>
          </a:extLst>
        </p:cNvPr>
        <p:cNvGrpSpPr/>
        <p:nvPr/>
      </p:nvGrpSpPr>
      <p:grpSpPr>
        <a:xfrm>
          <a:off x="0" y="0"/>
          <a:ext cx="0" cy="0"/>
          <a:chOff x="0" y="0"/>
          <a:chExt cx="0" cy="0"/>
        </a:xfrm>
      </p:grpSpPr>
      <p:sp>
        <p:nvSpPr>
          <p:cNvPr id="429" name="Google Shape;429;p40">
            <a:extLst>
              <a:ext uri="{FF2B5EF4-FFF2-40B4-BE49-F238E27FC236}">
                <a16:creationId xmlns:a16="http://schemas.microsoft.com/office/drawing/2014/main" id="{0B956AB2-2373-8C33-61C4-BF0F9BF26AC0}"/>
              </a:ext>
            </a:extLst>
          </p:cNvPr>
          <p:cNvSpPr txBox="1">
            <a:spLocks noGrp="1"/>
          </p:cNvSpPr>
          <p:nvPr>
            <p:ph type="title"/>
          </p:nvPr>
        </p:nvSpPr>
        <p:spPr>
          <a:xfrm>
            <a:off x="713224" y="2384249"/>
            <a:ext cx="4751717" cy="915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it-IT" dirty="0"/>
              <a:t>Conclusione</a:t>
            </a:r>
            <a:endParaRPr dirty="0"/>
          </a:p>
        </p:txBody>
      </p:sp>
      <p:sp>
        <p:nvSpPr>
          <p:cNvPr id="430" name="Google Shape;430;p40">
            <a:extLst>
              <a:ext uri="{FF2B5EF4-FFF2-40B4-BE49-F238E27FC236}">
                <a16:creationId xmlns:a16="http://schemas.microsoft.com/office/drawing/2014/main" id="{7CBF3118-2154-C4FD-FB30-7ED36FBEF0DE}"/>
              </a:ext>
            </a:extLst>
          </p:cNvPr>
          <p:cNvSpPr txBox="1">
            <a:spLocks noGrp="1"/>
          </p:cNvSpPr>
          <p:nvPr>
            <p:ph type="title" idx="2"/>
          </p:nvPr>
        </p:nvSpPr>
        <p:spPr>
          <a:xfrm>
            <a:off x="713225" y="1468350"/>
            <a:ext cx="1264200" cy="91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05</a:t>
            </a:r>
            <a:endParaRPr dirty="0"/>
          </a:p>
        </p:txBody>
      </p:sp>
      <p:grpSp>
        <p:nvGrpSpPr>
          <p:cNvPr id="432" name="Google Shape;432;p40">
            <a:extLst>
              <a:ext uri="{FF2B5EF4-FFF2-40B4-BE49-F238E27FC236}">
                <a16:creationId xmlns:a16="http://schemas.microsoft.com/office/drawing/2014/main" id="{168FEF34-BF11-DCEF-FE13-0D915A6F0A32}"/>
              </a:ext>
            </a:extLst>
          </p:cNvPr>
          <p:cNvGrpSpPr/>
          <p:nvPr/>
        </p:nvGrpSpPr>
        <p:grpSpPr>
          <a:xfrm>
            <a:off x="5104880" y="-153372"/>
            <a:ext cx="4218588" cy="6000577"/>
            <a:chOff x="5104880" y="-153372"/>
            <a:chExt cx="4218588" cy="6000577"/>
          </a:xfrm>
        </p:grpSpPr>
        <p:sp>
          <p:nvSpPr>
            <p:cNvPr id="433" name="Google Shape;433;p40">
              <a:extLst>
                <a:ext uri="{FF2B5EF4-FFF2-40B4-BE49-F238E27FC236}">
                  <a16:creationId xmlns:a16="http://schemas.microsoft.com/office/drawing/2014/main" id="{280E2E04-FCAD-7BFD-CB4B-5E7E3571DC67}"/>
                </a:ext>
              </a:extLst>
            </p:cNvPr>
            <p:cNvSpPr/>
            <p:nvPr/>
          </p:nvSpPr>
          <p:spPr>
            <a:xfrm>
              <a:off x="7074911" y="254737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40">
              <a:extLst>
                <a:ext uri="{FF2B5EF4-FFF2-40B4-BE49-F238E27FC236}">
                  <a16:creationId xmlns:a16="http://schemas.microsoft.com/office/drawing/2014/main" id="{1AB44316-2ECF-6D61-D684-1686AC9D016F}"/>
                </a:ext>
              </a:extLst>
            </p:cNvPr>
            <p:cNvSpPr/>
            <p:nvPr/>
          </p:nvSpPr>
          <p:spPr>
            <a:xfrm>
              <a:off x="7026089" y="-1533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40">
              <a:extLst>
                <a:ext uri="{FF2B5EF4-FFF2-40B4-BE49-F238E27FC236}">
                  <a16:creationId xmlns:a16="http://schemas.microsoft.com/office/drawing/2014/main" id="{C5B2BB73-59AE-DDD3-C44C-963412CCA7F6}"/>
                </a:ext>
              </a:extLst>
            </p:cNvPr>
            <p:cNvSpPr/>
            <p:nvPr/>
          </p:nvSpPr>
          <p:spPr>
            <a:xfrm>
              <a:off x="6606684" y="31846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40">
              <a:extLst>
                <a:ext uri="{FF2B5EF4-FFF2-40B4-BE49-F238E27FC236}">
                  <a16:creationId xmlns:a16="http://schemas.microsoft.com/office/drawing/2014/main" id="{52E9AC9A-6F6F-F983-83F0-A955AE27C6F0}"/>
                </a:ext>
              </a:extLst>
            </p:cNvPr>
            <p:cNvSpPr/>
            <p:nvPr/>
          </p:nvSpPr>
          <p:spPr>
            <a:xfrm>
              <a:off x="6138958" y="13708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40">
              <a:extLst>
                <a:ext uri="{FF2B5EF4-FFF2-40B4-BE49-F238E27FC236}">
                  <a16:creationId xmlns:a16="http://schemas.microsoft.com/office/drawing/2014/main" id="{878C1726-53ED-A573-61C3-E1A80E5A3D61}"/>
                </a:ext>
              </a:extLst>
            </p:cNvPr>
            <p:cNvSpPr/>
            <p:nvPr/>
          </p:nvSpPr>
          <p:spPr>
            <a:xfrm>
              <a:off x="5732458" y="87452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40">
              <a:extLst>
                <a:ext uri="{FF2B5EF4-FFF2-40B4-BE49-F238E27FC236}">
                  <a16:creationId xmlns:a16="http://schemas.microsoft.com/office/drawing/2014/main" id="{C5B8EA2C-C667-0591-969C-0141C97CA8B7}"/>
                </a:ext>
              </a:extLst>
            </p:cNvPr>
            <p:cNvSpPr/>
            <p:nvPr/>
          </p:nvSpPr>
          <p:spPr>
            <a:xfrm>
              <a:off x="7480889" y="98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40">
              <a:extLst>
                <a:ext uri="{FF2B5EF4-FFF2-40B4-BE49-F238E27FC236}">
                  <a16:creationId xmlns:a16="http://schemas.microsoft.com/office/drawing/2014/main" id="{B36CD34F-2F5B-9170-ED30-F2E8AD442010}"/>
                </a:ext>
              </a:extLst>
            </p:cNvPr>
            <p:cNvSpPr/>
            <p:nvPr/>
          </p:nvSpPr>
          <p:spPr>
            <a:xfrm>
              <a:off x="7074904" y="207505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40">
              <a:extLst>
                <a:ext uri="{FF2B5EF4-FFF2-40B4-BE49-F238E27FC236}">
                  <a16:creationId xmlns:a16="http://schemas.microsoft.com/office/drawing/2014/main" id="{E6F8B58E-48DC-AEE1-908C-CB47C57AA68C}"/>
                </a:ext>
              </a:extLst>
            </p:cNvPr>
            <p:cNvSpPr/>
            <p:nvPr/>
          </p:nvSpPr>
          <p:spPr>
            <a:xfrm>
              <a:off x="7962441" y="140407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40">
              <a:extLst>
                <a:ext uri="{FF2B5EF4-FFF2-40B4-BE49-F238E27FC236}">
                  <a16:creationId xmlns:a16="http://schemas.microsoft.com/office/drawing/2014/main" id="{8E6234B2-A981-20FC-3D17-B18DE6134324}"/>
                </a:ext>
              </a:extLst>
            </p:cNvPr>
            <p:cNvSpPr/>
            <p:nvPr/>
          </p:nvSpPr>
          <p:spPr>
            <a:xfrm rot="10800000" flipH="1">
              <a:off x="6036087" y="312497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40">
              <a:extLst>
                <a:ext uri="{FF2B5EF4-FFF2-40B4-BE49-F238E27FC236}">
                  <a16:creationId xmlns:a16="http://schemas.microsoft.com/office/drawing/2014/main" id="{72CA77F0-F375-933B-5015-4A5F48E710B9}"/>
                </a:ext>
              </a:extLst>
            </p:cNvPr>
            <p:cNvSpPr/>
            <p:nvPr/>
          </p:nvSpPr>
          <p:spPr>
            <a:xfrm rot="10800000" flipH="1">
              <a:off x="6355205" y="41020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40">
              <a:extLst>
                <a:ext uri="{FF2B5EF4-FFF2-40B4-BE49-F238E27FC236}">
                  <a16:creationId xmlns:a16="http://schemas.microsoft.com/office/drawing/2014/main" id="{62B5E70D-6F61-65A3-6C66-02AADE78899B}"/>
                </a:ext>
              </a:extLst>
            </p:cNvPr>
            <p:cNvSpPr/>
            <p:nvPr/>
          </p:nvSpPr>
          <p:spPr>
            <a:xfrm rot="10800000" flipH="1">
              <a:off x="5732459" y="48790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40">
              <a:extLst>
                <a:ext uri="{FF2B5EF4-FFF2-40B4-BE49-F238E27FC236}">
                  <a16:creationId xmlns:a16="http://schemas.microsoft.com/office/drawing/2014/main" id="{649337B7-742D-1EFE-F214-21AB2101254B}"/>
                </a:ext>
              </a:extLst>
            </p:cNvPr>
            <p:cNvSpPr/>
            <p:nvPr/>
          </p:nvSpPr>
          <p:spPr>
            <a:xfrm rot="10800000" flipH="1">
              <a:off x="6683197" y="351549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40">
              <a:extLst>
                <a:ext uri="{FF2B5EF4-FFF2-40B4-BE49-F238E27FC236}">
                  <a16:creationId xmlns:a16="http://schemas.microsoft.com/office/drawing/2014/main" id="{7F336DC2-2859-93CC-7D61-C2AF724031BF}"/>
                </a:ext>
              </a:extLst>
            </p:cNvPr>
            <p:cNvSpPr/>
            <p:nvPr/>
          </p:nvSpPr>
          <p:spPr>
            <a:xfrm rot="10800000" flipH="1">
              <a:off x="5104880" y="443452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40">
              <a:extLst>
                <a:ext uri="{FF2B5EF4-FFF2-40B4-BE49-F238E27FC236}">
                  <a16:creationId xmlns:a16="http://schemas.microsoft.com/office/drawing/2014/main" id="{A354830A-F0DC-D086-456D-F8523275DC98}"/>
                </a:ext>
              </a:extLst>
            </p:cNvPr>
            <p:cNvSpPr/>
            <p:nvPr/>
          </p:nvSpPr>
          <p:spPr>
            <a:xfrm>
              <a:off x="8484758" y="243811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40">
              <a:extLst>
                <a:ext uri="{FF2B5EF4-FFF2-40B4-BE49-F238E27FC236}">
                  <a16:creationId xmlns:a16="http://schemas.microsoft.com/office/drawing/2014/main" id="{0C94BA78-AD25-8D11-3AC2-882A4CB1151C}"/>
                </a:ext>
              </a:extLst>
            </p:cNvPr>
            <p:cNvSpPr/>
            <p:nvPr/>
          </p:nvSpPr>
          <p:spPr>
            <a:xfrm>
              <a:off x="8038260" y="29212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0">
              <a:extLst>
                <a:ext uri="{FF2B5EF4-FFF2-40B4-BE49-F238E27FC236}">
                  <a16:creationId xmlns:a16="http://schemas.microsoft.com/office/drawing/2014/main" id="{2B827649-A8FE-F35C-9E9A-16B1FA3EA20F}"/>
                </a:ext>
              </a:extLst>
            </p:cNvPr>
            <p:cNvSpPr/>
            <p:nvPr/>
          </p:nvSpPr>
          <p:spPr>
            <a:xfrm rot="10800000" flipH="1">
              <a:off x="7853362" y="396220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0">
              <a:extLst>
                <a:ext uri="{FF2B5EF4-FFF2-40B4-BE49-F238E27FC236}">
                  <a16:creationId xmlns:a16="http://schemas.microsoft.com/office/drawing/2014/main" id="{B3795FBE-0C6F-A8CB-A6C7-9500F5B451D3}"/>
                </a:ext>
              </a:extLst>
            </p:cNvPr>
            <p:cNvSpPr/>
            <p:nvPr/>
          </p:nvSpPr>
          <p:spPr>
            <a:xfrm rot="10800000" flipH="1">
              <a:off x="8261505" y="443452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50" name="Google Shape;450;p40">
            <a:extLst>
              <a:ext uri="{FF2B5EF4-FFF2-40B4-BE49-F238E27FC236}">
                <a16:creationId xmlns:a16="http://schemas.microsoft.com/office/drawing/2014/main" id="{631462EA-0895-F8B5-23A3-6A9A6D7C2826}"/>
              </a:ext>
            </a:extLst>
          </p:cNvPr>
          <p:cNvCxnSpPr/>
          <p:nvPr/>
        </p:nvCxnSpPr>
        <p:spPr>
          <a:xfrm>
            <a:off x="841250" y="1385850"/>
            <a:ext cx="373500" cy="0"/>
          </a:xfrm>
          <a:prstGeom prst="straightConnector1">
            <a:avLst/>
          </a:prstGeom>
          <a:noFill/>
          <a:ln w="19050"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21394302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54">
          <a:extLst>
            <a:ext uri="{FF2B5EF4-FFF2-40B4-BE49-F238E27FC236}">
              <a16:creationId xmlns:a16="http://schemas.microsoft.com/office/drawing/2014/main" id="{1C58A86B-44BA-6711-CBE0-80EC36046B84}"/>
            </a:ext>
          </a:extLst>
        </p:cNvPr>
        <p:cNvGrpSpPr/>
        <p:nvPr/>
      </p:nvGrpSpPr>
      <p:grpSpPr>
        <a:xfrm>
          <a:off x="0" y="0"/>
          <a:ext cx="0" cy="0"/>
          <a:chOff x="0" y="0"/>
          <a:chExt cx="0" cy="0"/>
        </a:xfrm>
      </p:grpSpPr>
      <p:sp>
        <p:nvSpPr>
          <p:cNvPr id="455" name="Google Shape;455;p41">
            <a:extLst>
              <a:ext uri="{FF2B5EF4-FFF2-40B4-BE49-F238E27FC236}">
                <a16:creationId xmlns:a16="http://schemas.microsoft.com/office/drawing/2014/main" id="{886CEC3E-9D7F-00D2-A312-274184DD00BC}"/>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Conclusione</a:t>
            </a:r>
            <a:endParaRPr dirty="0"/>
          </a:p>
        </p:txBody>
      </p:sp>
      <p:sp>
        <p:nvSpPr>
          <p:cNvPr id="457" name="Google Shape;457;p41">
            <a:extLst>
              <a:ext uri="{FF2B5EF4-FFF2-40B4-BE49-F238E27FC236}">
                <a16:creationId xmlns:a16="http://schemas.microsoft.com/office/drawing/2014/main" id="{4E82E798-040F-0B0E-1499-96C5F1BB268E}"/>
              </a:ext>
            </a:extLst>
          </p:cNvPr>
          <p:cNvSpPr txBox="1">
            <a:spLocks noGrp="1"/>
          </p:cNvSpPr>
          <p:nvPr>
            <p:ph type="subTitle" idx="2"/>
          </p:nvPr>
        </p:nvSpPr>
        <p:spPr>
          <a:xfrm>
            <a:off x="720000" y="1057274"/>
            <a:ext cx="7704000" cy="329327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Le regole di associazione hanno effetivamente accompagnato l’intuizione iniziale avuta sui due cluster, confermando:</a:t>
            </a:r>
          </a:p>
          <a:p>
            <a:pPr marL="285750" lvl="0" indent="-285750" algn="l" rtl="0">
              <a:spcBef>
                <a:spcPts val="0"/>
              </a:spcBef>
              <a:spcAft>
                <a:spcPts val="0"/>
              </a:spcAft>
              <a:buFont typeface="Arial" panose="020B0604020202020204" pitchFamily="34" charset="0"/>
              <a:buChar char="•"/>
            </a:pPr>
            <a:r>
              <a:rPr lang="en" dirty="0"/>
              <a:t>     come l’insieme di </a:t>
            </a:r>
            <a:r>
              <a:rPr lang="en" b="1" dirty="0"/>
              <a:t>famiglie che hanno accusato più l’impatto della pandemia</a:t>
            </a:r>
            <a:r>
              <a:rPr lang="en" dirty="0"/>
              <a:t> con l’aumento sia del carico delle ore lavorative (anche se in smartworking) sia dei lavori domesitici. Inoltre interpretando le regole questo cluster si denota formato da </a:t>
            </a:r>
            <a:r>
              <a:rPr lang="en" u="sng" dirty="0"/>
              <a:t>famiglie preoccupate per la vita scolastica e sociale dei bambini</a:t>
            </a:r>
            <a:r>
              <a:rPr lang="en" dirty="0"/>
              <a:t>. </a:t>
            </a:r>
            <a:r>
              <a:rPr lang="en"/>
              <a:t>Tutte </a:t>
            </a:r>
            <a:r>
              <a:rPr lang="en" dirty="0"/>
              <a:t>queste osservazioni chiariscono in parte il perchè queste famiglie siano tendenzialmente più irritate di prima e abbiano più difficolta a riconciliarsi.</a:t>
            </a:r>
          </a:p>
          <a:p>
            <a:pPr marL="285750" lvl="0" indent="-285750" algn="l" rtl="0">
              <a:spcBef>
                <a:spcPts val="0"/>
              </a:spcBef>
              <a:spcAft>
                <a:spcPts val="0"/>
              </a:spcAft>
              <a:buFont typeface="Arial" panose="020B0604020202020204" pitchFamily="34" charset="0"/>
              <a:buChar char="•"/>
            </a:pPr>
            <a:endParaRPr lang="en" dirty="0"/>
          </a:p>
          <a:p>
            <a:pPr marL="285750" lvl="0" indent="-285750" algn="l" rtl="0">
              <a:spcBef>
                <a:spcPts val="0"/>
              </a:spcBef>
              <a:spcAft>
                <a:spcPts val="0"/>
              </a:spcAft>
              <a:buFont typeface="Arial" panose="020B0604020202020204" pitchFamily="34" charset="0"/>
              <a:buChar char="•"/>
            </a:pPr>
            <a:r>
              <a:rPr lang="en" dirty="0"/>
              <a:t>     come l’insieme di </a:t>
            </a:r>
            <a:r>
              <a:rPr lang="en" b="1" dirty="0"/>
              <a:t>famiglie che</a:t>
            </a:r>
            <a:r>
              <a:rPr lang="en" dirty="0"/>
              <a:t>, sepur con la pandemia, </a:t>
            </a:r>
            <a:r>
              <a:rPr lang="en" b="1" dirty="0"/>
              <a:t>mantengono uno stile di vita simile al precedente</a:t>
            </a:r>
            <a:r>
              <a:rPr lang="en" dirty="0"/>
              <a:t>. Queste sono motivate a lavorare maggiormente per la famiglia e associano </a:t>
            </a:r>
            <a:r>
              <a:rPr lang="en" u="sng" dirty="0"/>
              <a:t>l’impatto negativo del covid</a:t>
            </a:r>
            <a:r>
              <a:rPr lang="en" dirty="0"/>
              <a:t> principalmente al </a:t>
            </a:r>
            <a:r>
              <a:rPr lang="en" u="sng" dirty="0"/>
              <a:t>peggioramento della vita sociale e dell’emotività dei bambini</a:t>
            </a:r>
            <a:r>
              <a:rPr lang="en" dirty="0"/>
              <a:t> di cui si prendono cura.</a:t>
            </a:r>
            <a:endParaRPr dirty="0"/>
          </a:p>
        </p:txBody>
      </p:sp>
      <p:sp>
        <p:nvSpPr>
          <p:cNvPr id="4" name="Ovale 3">
            <a:extLst>
              <a:ext uri="{FF2B5EF4-FFF2-40B4-BE49-F238E27FC236}">
                <a16:creationId xmlns:a16="http://schemas.microsoft.com/office/drawing/2014/main" id="{9B671314-77B8-D8CC-2DA3-4842B722D46D}"/>
              </a:ext>
            </a:extLst>
          </p:cNvPr>
          <p:cNvSpPr>
            <a:spLocks/>
          </p:cNvSpPr>
          <p:nvPr/>
        </p:nvSpPr>
        <p:spPr>
          <a:xfrm>
            <a:off x="1107374" y="1684010"/>
            <a:ext cx="144000" cy="144000"/>
          </a:xfrm>
          <a:prstGeom prst="ellipse">
            <a:avLst/>
          </a:prstGeom>
          <a:solidFill>
            <a:srgbClr val="FF7C80"/>
          </a:solidFill>
          <a:ln>
            <a:solidFill>
              <a:srgbClr val="A500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solidFill>
                  <a:srgbClr val="000000"/>
                </a:solidFill>
              </a:rPr>
              <a:t>1</a:t>
            </a:r>
          </a:p>
        </p:txBody>
      </p:sp>
      <p:sp>
        <p:nvSpPr>
          <p:cNvPr id="5" name="Ovale 4">
            <a:extLst>
              <a:ext uri="{FF2B5EF4-FFF2-40B4-BE49-F238E27FC236}">
                <a16:creationId xmlns:a16="http://schemas.microsoft.com/office/drawing/2014/main" id="{06CCACA6-E150-9C64-47AC-EEE5F483FD72}"/>
              </a:ext>
            </a:extLst>
          </p:cNvPr>
          <p:cNvSpPr>
            <a:spLocks/>
          </p:cNvSpPr>
          <p:nvPr/>
        </p:nvSpPr>
        <p:spPr>
          <a:xfrm>
            <a:off x="1107374" y="3402168"/>
            <a:ext cx="144000" cy="144000"/>
          </a:xfrm>
          <a:prstGeom prst="ellipse">
            <a:avLst/>
          </a:prstGeom>
          <a:solidFill>
            <a:srgbClr val="FFFF99"/>
          </a:solidFill>
          <a:ln>
            <a:solidFill>
              <a:srgbClr val="FFCC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solidFill>
                  <a:srgbClr val="000000"/>
                </a:solidFill>
              </a:rPr>
              <a:t>2</a:t>
            </a:r>
          </a:p>
        </p:txBody>
      </p:sp>
    </p:spTree>
    <p:extLst>
      <p:ext uri="{BB962C8B-B14F-4D97-AF65-F5344CB8AC3E}">
        <p14:creationId xmlns:p14="http://schemas.microsoft.com/office/powerpoint/2010/main" val="37214988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43">
          <a:extLst>
            <a:ext uri="{FF2B5EF4-FFF2-40B4-BE49-F238E27FC236}">
              <a16:creationId xmlns:a16="http://schemas.microsoft.com/office/drawing/2014/main" id="{046E9194-A393-E4F7-6458-C16D7FCC128F}"/>
            </a:ext>
          </a:extLst>
        </p:cNvPr>
        <p:cNvGrpSpPr/>
        <p:nvPr/>
      </p:nvGrpSpPr>
      <p:grpSpPr>
        <a:xfrm>
          <a:off x="0" y="0"/>
          <a:ext cx="0" cy="0"/>
          <a:chOff x="0" y="0"/>
          <a:chExt cx="0" cy="0"/>
        </a:xfrm>
      </p:grpSpPr>
      <p:sp>
        <p:nvSpPr>
          <p:cNvPr id="644" name="Google Shape;644;p48">
            <a:extLst>
              <a:ext uri="{FF2B5EF4-FFF2-40B4-BE49-F238E27FC236}">
                <a16:creationId xmlns:a16="http://schemas.microsoft.com/office/drawing/2014/main" id="{487A7EA9-26B9-6029-8CB4-B86C80E27407}"/>
              </a:ext>
            </a:extLst>
          </p:cNvPr>
          <p:cNvSpPr txBox="1">
            <a:spLocks noGrp="1"/>
          </p:cNvSpPr>
          <p:nvPr>
            <p:ph type="subTitle" idx="1"/>
          </p:nvPr>
        </p:nvSpPr>
        <p:spPr>
          <a:xfrm>
            <a:off x="1226413" y="1366199"/>
            <a:ext cx="6691200" cy="2334263"/>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800" dirty="0"/>
              <a:t>In generale, durante la pandemia, tutte le famiglie hanno riscontrato un impatto negativo del covid-19 attutito in parte dallo stato economico e dalla composizione della famiglia. </a:t>
            </a:r>
            <a:r>
              <a:rPr lang="en" sz="1800" b="1" dirty="0"/>
              <a:t>Il confinamento</a:t>
            </a:r>
            <a:r>
              <a:rPr lang="en" sz="1800" dirty="0"/>
              <a:t> ha portato a preoccupazioni sulla vita sociale ed educativa dei bambini di cui le famiglie si prendono cura, però, ha anche permesso l’avvicinamento di quest’ultime rendendole più presenti nella vita dei bambini.</a:t>
            </a:r>
          </a:p>
        </p:txBody>
      </p:sp>
    </p:spTree>
    <p:extLst>
      <p:ext uri="{BB962C8B-B14F-4D97-AF65-F5344CB8AC3E}">
        <p14:creationId xmlns:p14="http://schemas.microsoft.com/office/powerpoint/2010/main" val="30577435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18">
          <a:extLst>
            <a:ext uri="{FF2B5EF4-FFF2-40B4-BE49-F238E27FC236}">
              <a16:creationId xmlns:a16="http://schemas.microsoft.com/office/drawing/2014/main" id="{D425573D-4560-8F6D-C430-EA52EBE1DB55}"/>
            </a:ext>
          </a:extLst>
        </p:cNvPr>
        <p:cNvGrpSpPr/>
        <p:nvPr/>
      </p:nvGrpSpPr>
      <p:grpSpPr>
        <a:xfrm>
          <a:off x="0" y="0"/>
          <a:ext cx="0" cy="0"/>
          <a:chOff x="0" y="0"/>
          <a:chExt cx="0" cy="0"/>
        </a:xfrm>
      </p:grpSpPr>
      <p:sp>
        <p:nvSpPr>
          <p:cNvPr id="619" name="Google Shape;619;p47">
            <a:extLst>
              <a:ext uri="{FF2B5EF4-FFF2-40B4-BE49-F238E27FC236}">
                <a16:creationId xmlns:a16="http://schemas.microsoft.com/office/drawing/2014/main" id="{3B52611F-DDEA-9A37-B4C9-9A50DCFD6AC8}"/>
              </a:ext>
            </a:extLst>
          </p:cNvPr>
          <p:cNvSpPr txBox="1">
            <a:spLocks noGrp="1"/>
          </p:cNvSpPr>
          <p:nvPr>
            <p:ph type="title"/>
          </p:nvPr>
        </p:nvSpPr>
        <p:spPr>
          <a:xfrm>
            <a:off x="4292275" y="1663850"/>
            <a:ext cx="4138500" cy="129956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Fine</a:t>
            </a:r>
            <a:endParaRPr dirty="0"/>
          </a:p>
        </p:txBody>
      </p:sp>
      <p:grpSp>
        <p:nvGrpSpPr>
          <p:cNvPr id="620" name="Google Shape;620;p47">
            <a:extLst>
              <a:ext uri="{FF2B5EF4-FFF2-40B4-BE49-F238E27FC236}">
                <a16:creationId xmlns:a16="http://schemas.microsoft.com/office/drawing/2014/main" id="{8E1AB10B-A789-6F3F-45F8-F5B7958810F1}"/>
              </a:ext>
            </a:extLst>
          </p:cNvPr>
          <p:cNvGrpSpPr/>
          <p:nvPr/>
        </p:nvGrpSpPr>
        <p:grpSpPr>
          <a:xfrm>
            <a:off x="-311973" y="-106034"/>
            <a:ext cx="3997531" cy="5454467"/>
            <a:chOff x="-311973" y="-106034"/>
            <a:chExt cx="3997531" cy="5454467"/>
          </a:xfrm>
        </p:grpSpPr>
        <p:sp>
          <p:nvSpPr>
            <p:cNvPr id="621" name="Google Shape;621;p47">
              <a:extLst>
                <a:ext uri="{FF2B5EF4-FFF2-40B4-BE49-F238E27FC236}">
                  <a16:creationId xmlns:a16="http://schemas.microsoft.com/office/drawing/2014/main" id="{8F5BB844-BCB1-E4E9-7033-6F88220EB6BA}"/>
                </a:ext>
              </a:extLst>
            </p:cNvPr>
            <p:cNvSpPr/>
            <p:nvPr/>
          </p:nvSpPr>
          <p:spPr>
            <a:xfrm>
              <a:off x="2084909" y="64307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47">
              <a:extLst>
                <a:ext uri="{FF2B5EF4-FFF2-40B4-BE49-F238E27FC236}">
                  <a16:creationId xmlns:a16="http://schemas.microsoft.com/office/drawing/2014/main" id="{2ABBE1C1-605A-1595-75C9-806720F2ADCD}"/>
                </a:ext>
              </a:extLst>
            </p:cNvPr>
            <p:cNvSpPr/>
            <p:nvPr/>
          </p:nvSpPr>
          <p:spPr>
            <a:xfrm>
              <a:off x="1401408" y="270175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47">
              <a:extLst>
                <a:ext uri="{FF2B5EF4-FFF2-40B4-BE49-F238E27FC236}">
                  <a16:creationId xmlns:a16="http://schemas.microsoft.com/office/drawing/2014/main" id="{2E2C9DDA-CC45-3331-B6E9-CCFB76605741}"/>
                </a:ext>
              </a:extLst>
            </p:cNvPr>
            <p:cNvSpPr/>
            <p:nvPr/>
          </p:nvSpPr>
          <p:spPr>
            <a:xfrm>
              <a:off x="1061727" y="49055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47">
              <a:extLst>
                <a:ext uri="{FF2B5EF4-FFF2-40B4-BE49-F238E27FC236}">
                  <a16:creationId xmlns:a16="http://schemas.microsoft.com/office/drawing/2014/main" id="{31F6E3F4-7451-3905-D3E8-2E635F7A0377}"/>
                </a:ext>
              </a:extLst>
            </p:cNvPr>
            <p:cNvSpPr/>
            <p:nvPr/>
          </p:nvSpPr>
          <p:spPr>
            <a:xfrm>
              <a:off x="644984" y="-10603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47">
              <a:extLst>
                <a:ext uri="{FF2B5EF4-FFF2-40B4-BE49-F238E27FC236}">
                  <a16:creationId xmlns:a16="http://schemas.microsoft.com/office/drawing/2014/main" id="{C7798828-B238-BF77-5781-A00E1DEA699F}"/>
                </a:ext>
              </a:extLst>
            </p:cNvPr>
            <p:cNvSpPr/>
            <p:nvPr/>
          </p:nvSpPr>
          <p:spPr>
            <a:xfrm>
              <a:off x="822495" y="159614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47">
              <a:extLst>
                <a:ext uri="{FF2B5EF4-FFF2-40B4-BE49-F238E27FC236}">
                  <a16:creationId xmlns:a16="http://schemas.microsoft.com/office/drawing/2014/main" id="{3E629DA7-11A0-B3BE-B5CD-7BCA99539E87}"/>
                </a:ext>
              </a:extLst>
            </p:cNvPr>
            <p:cNvSpPr/>
            <p:nvPr/>
          </p:nvSpPr>
          <p:spPr>
            <a:xfrm>
              <a:off x="1401408" y="199529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47">
              <a:extLst>
                <a:ext uri="{FF2B5EF4-FFF2-40B4-BE49-F238E27FC236}">
                  <a16:creationId xmlns:a16="http://schemas.microsoft.com/office/drawing/2014/main" id="{152E8B4B-44D7-5C3B-E023-C1140F24928A}"/>
                </a:ext>
              </a:extLst>
            </p:cNvPr>
            <p:cNvSpPr/>
            <p:nvPr/>
          </p:nvSpPr>
          <p:spPr>
            <a:xfrm>
              <a:off x="2008129" y="1713139"/>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47">
              <a:extLst>
                <a:ext uri="{FF2B5EF4-FFF2-40B4-BE49-F238E27FC236}">
                  <a16:creationId xmlns:a16="http://schemas.microsoft.com/office/drawing/2014/main" id="{D923321E-F67F-A8BC-C5F7-29788B874397}"/>
                </a:ext>
              </a:extLst>
            </p:cNvPr>
            <p:cNvSpPr/>
            <p:nvPr/>
          </p:nvSpPr>
          <p:spPr>
            <a:xfrm rot="10800000" flipH="1">
              <a:off x="-72150" y="247805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47">
              <a:extLst>
                <a:ext uri="{FF2B5EF4-FFF2-40B4-BE49-F238E27FC236}">
                  <a16:creationId xmlns:a16="http://schemas.microsoft.com/office/drawing/2014/main" id="{08A83E38-4CF8-04ED-2D36-971ED899838E}"/>
                </a:ext>
              </a:extLst>
            </p:cNvPr>
            <p:cNvSpPr/>
            <p:nvPr/>
          </p:nvSpPr>
          <p:spPr>
            <a:xfrm rot="10800000" flipH="1">
              <a:off x="876630" y="37414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47">
              <a:extLst>
                <a:ext uri="{FF2B5EF4-FFF2-40B4-BE49-F238E27FC236}">
                  <a16:creationId xmlns:a16="http://schemas.microsoft.com/office/drawing/2014/main" id="{449D6134-4E54-C501-177B-0BB474ABCCA1}"/>
                </a:ext>
              </a:extLst>
            </p:cNvPr>
            <p:cNvSpPr/>
            <p:nvPr/>
          </p:nvSpPr>
          <p:spPr>
            <a:xfrm rot="10800000" flipH="1">
              <a:off x="324034" y="41605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47">
              <a:extLst>
                <a:ext uri="{FF2B5EF4-FFF2-40B4-BE49-F238E27FC236}">
                  <a16:creationId xmlns:a16="http://schemas.microsoft.com/office/drawing/2014/main" id="{D93322FE-17C5-4281-C49D-42133D7DE86A}"/>
                </a:ext>
              </a:extLst>
            </p:cNvPr>
            <p:cNvSpPr/>
            <p:nvPr/>
          </p:nvSpPr>
          <p:spPr>
            <a:xfrm>
              <a:off x="2455608" y="27831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47">
              <a:extLst>
                <a:ext uri="{FF2B5EF4-FFF2-40B4-BE49-F238E27FC236}">
                  <a16:creationId xmlns:a16="http://schemas.microsoft.com/office/drawing/2014/main" id="{42A13922-7BF7-7148-66D8-4E71091B0CC4}"/>
                </a:ext>
              </a:extLst>
            </p:cNvPr>
            <p:cNvSpPr/>
            <p:nvPr/>
          </p:nvSpPr>
          <p:spPr>
            <a:xfrm>
              <a:off x="2846848" y="326636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47">
              <a:extLst>
                <a:ext uri="{FF2B5EF4-FFF2-40B4-BE49-F238E27FC236}">
                  <a16:creationId xmlns:a16="http://schemas.microsoft.com/office/drawing/2014/main" id="{DF970C55-381A-5A7A-6C42-9E0EB40AF785}"/>
                </a:ext>
              </a:extLst>
            </p:cNvPr>
            <p:cNvSpPr/>
            <p:nvPr/>
          </p:nvSpPr>
          <p:spPr>
            <a:xfrm rot="10800000" flipH="1">
              <a:off x="1900437" y="385325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47">
              <a:extLst>
                <a:ext uri="{FF2B5EF4-FFF2-40B4-BE49-F238E27FC236}">
                  <a16:creationId xmlns:a16="http://schemas.microsoft.com/office/drawing/2014/main" id="{60DDD17D-6237-3D77-67FD-8677BFE213B2}"/>
                </a:ext>
              </a:extLst>
            </p:cNvPr>
            <p:cNvSpPr/>
            <p:nvPr/>
          </p:nvSpPr>
          <p:spPr>
            <a:xfrm rot="10800000" flipH="1">
              <a:off x="2417668" y="438031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47">
              <a:extLst>
                <a:ext uri="{FF2B5EF4-FFF2-40B4-BE49-F238E27FC236}">
                  <a16:creationId xmlns:a16="http://schemas.microsoft.com/office/drawing/2014/main" id="{33851F11-1EB1-273A-B657-7E903C543DBB}"/>
                </a:ext>
              </a:extLst>
            </p:cNvPr>
            <p:cNvSpPr/>
            <p:nvPr/>
          </p:nvSpPr>
          <p:spPr>
            <a:xfrm>
              <a:off x="347208" y="292545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47">
              <a:extLst>
                <a:ext uri="{FF2B5EF4-FFF2-40B4-BE49-F238E27FC236}">
                  <a16:creationId xmlns:a16="http://schemas.microsoft.com/office/drawing/2014/main" id="{AB2484AB-E6EE-2635-E0A3-6DB524175E10}"/>
                </a:ext>
              </a:extLst>
            </p:cNvPr>
            <p:cNvSpPr/>
            <p:nvPr/>
          </p:nvSpPr>
          <p:spPr>
            <a:xfrm>
              <a:off x="2523872" y="22396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47">
              <a:extLst>
                <a:ext uri="{FF2B5EF4-FFF2-40B4-BE49-F238E27FC236}">
                  <a16:creationId xmlns:a16="http://schemas.microsoft.com/office/drawing/2014/main" id="{B84B6209-3ABD-71CF-A82F-A1F002656214}"/>
                </a:ext>
              </a:extLst>
            </p:cNvPr>
            <p:cNvSpPr/>
            <p:nvPr/>
          </p:nvSpPr>
          <p:spPr>
            <a:xfrm>
              <a:off x="-311973" y="13865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47">
              <a:extLst>
                <a:ext uri="{FF2B5EF4-FFF2-40B4-BE49-F238E27FC236}">
                  <a16:creationId xmlns:a16="http://schemas.microsoft.com/office/drawing/2014/main" id="{E63E4B70-EEEC-F9DD-518C-2E64E188BD98}"/>
                </a:ext>
              </a:extLst>
            </p:cNvPr>
            <p:cNvSpPr/>
            <p:nvPr/>
          </p:nvSpPr>
          <p:spPr>
            <a:xfrm>
              <a:off x="96929" y="8031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39" name="Google Shape;639;p47">
            <a:extLst>
              <a:ext uri="{FF2B5EF4-FFF2-40B4-BE49-F238E27FC236}">
                <a16:creationId xmlns:a16="http://schemas.microsoft.com/office/drawing/2014/main" id="{BDDB7254-2917-09E7-2601-79AB642DB7BD}"/>
              </a:ext>
            </a:extLst>
          </p:cNvPr>
          <p:cNvCxnSpPr/>
          <p:nvPr/>
        </p:nvCxnSpPr>
        <p:spPr>
          <a:xfrm>
            <a:off x="4394150" y="1562388"/>
            <a:ext cx="373500" cy="0"/>
          </a:xfrm>
          <a:prstGeom prst="straightConnector1">
            <a:avLst/>
          </a:prstGeom>
          <a:noFill/>
          <a:ln w="19050" cap="flat" cmpd="sng">
            <a:solidFill>
              <a:schemeClr val="dk1"/>
            </a:solidFill>
            <a:prstDash val="solid"/>
            <a:round/>
            <a:headEnd type="none" w="med" len="med"/>
            <a:tailEnd type="none" w="med" len="med"/>
          </a:ln>
        </p:spPr>
      </p:cxnSp>
      <p:sp>
        <p:nvSpPr>
          <p:cNvPr id="2" name="Google Shape;619;p47">
            <a:extLst>
              <a:ext uri="{FF2B5EF4-FFF2-40B4-BE49-F238E27FC236}">
                <a16:creationId xmlns:a16="http://schemas.microsoft.com/office/drawing/2014/main" id="{90338F09-4899-2EFF-EEC6-D560B3953498}"/>
              </a:ext>
            </a:extLst>
          </p:cNvPr>
          <p:cNvSpPr txBox="1">
            <a:spLocks/>
          </p:cNvSpPr>
          <p:nvPr/>
        </p:nvSpPr>
        <p:spPr>
          <a:xfrm>
            <a:off x="4292275" y="2816883"/>
            <a:ext cx="4138500" cy="56701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800"/>
              <a:buFont typeface="Outfit"/>
              <a:buNone/>
              <a:defRPr sz="60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4800"/>
              <a:buFont typeface="Outfit Medium"/>
              <a:buNone/>
              <a:defRPr sz="4800" b="0" i="0" u="none" strike="noStrike" cap="none">
                <a:solidFill>
                  <a:schemeClr val="dk1"/>
                </a:solidFill>
                <a:latin typeface="Outfit Medium"/>
                <a:ea typeface="Outfit Medium"/>
                <a:cs typeface="Outfit Medium"/>
                <a:sym typeface="Outfit Medium"/>
              </a:defRPr>
            </a:lvl2pPr>
            <a:lvl3pPr marR="0" lvl="2" algn="l" rtl="0">
              <a:lnSpc>
                <a:spcPct val="100000"/>
              </a:lnSpc>
              <a:spcBef>
                <a:spcPts val="0"/>
              </a:spcBef>
              <a:spcAft>
                <a:spcPts val="0"/>
              </a:spcAft>
              <a:buClr>
                <a:schemeClr val="dk1"/>
              </a:buClr>
              <a:buSzPts val="4800"/>
              <a:buFont typeface="Outfit Medium"/>
              <a:buNone/>
              <a:defRPr sz="4800" b="0" i="0" u="none" strike="noStrike" cap="none">
                <a:solidFill>
                  <a:schemeClr val="dk1"/>
                </a:solidFill>
                <a:latin typeface="Outfit Medium"/>
                <a:ea typeface="Outfit Medium"/>
                <a:cs typeface="Outfit Medium"/>
                <a:sym typeface="Outfit Medium"/>
              </a:defRPr>
            </a:lvl3pPr>
            <a:lvl4pPr marR="0" lvl="3" algn="l" rtl="0">
              <a:lnSpc>
                <a:spcPct val="100000"/>
              </a:lnSpc>
              <a:spcBef>
                <a:spcPts val="0"/>
              </a:spcBef>
              <a:spcAft>
                <a:spcPts val="0"/>
              </a:spcAft>
              <a:buClr>
                <a:schemeClr val="dk1"/>
              </a:buClr>
              <a:buSzPts val="4800"/>
              <a:buFont typeface="Outfit Medium"/>
              <a:buNone/>
              <a:defRPr sz="4800" b="0" i="0" u="none" strike="noStrike" cap="none">
                <a:solidFill>
                  <a:schemeClr val="dk1"/>
                </a:solidFill>
                <a:latin typeface="Outfit Medium"/>
                <a:ea typeface="Outfit Medium"/>
                <a:cs typeface="Outfit Medium"/>
                <a:sym typeface="Outfit Medium"/>
              </a:defRPr>
            </a:lvl4pPr>
            <a:lvl5pPr marR="0" lvl="4" algn="l" rtl="0">
              <a:lnSpc>
                <a:spcPct val="100000"/>
              </a:lnSpc>
              <a:spcBef>
                <a:spcPts val="0"/>
              </a:spcBef>
              <a:spcAft>
                <a:spcPts val="0"/>
              </a:spcAft>
              <a:buClr>
                <a:schemeClr val="dk1"/>
              </a:buClr>
              <a:buSzPts val="4800"/>
              <a:buFont typeface="Outfit Medium"/>
              <a:buNone/>
              <a:defRPr sz="4800" b="0" i="0" u="none" strike="noStrike" cap="none">
                <a:solidFill>
                  <a:schemeClr val="dk1"/>
                </a:solidFill>
                <a:latin typeface="Outfit Medium"/>
                <a:ea typeface="Outfit Medium"/>
                <a:cs typeface="Outfit Medium"/>
                <a:sym typeface="Outfit Medium"/>
              </a:defRPr>
            </a:lvl5pPr>
            <a:lvl6pPr marR="0" lvl="5" algn="l" rtl="0">
              <a:lnSpc>
                <a:spcPct val="100000"/>
              </a:lnSpc>
              <a:spcBef>
                <a:spcPts val="0"/>
              </a:spcBef>
              <a:spcAft>
                <a:spcPts val="0"/>
              </a:spcAft>
              <a:buClr>
                <a:schemeClr val="dk1"/>
              </a:buClr>
              <a:buSzPts val="4800"/>
              <a:buFont typeface="Outfit Medium"/>
              <a:buNone/>
              <a:defRPr sz="4800" b="0" i="0" u="none" strike="noStrike" cap="none">
                <a:solidFill>
                  <a:schemeClr val="dk1"/>
                </a:solidFill>
                <a:latin typeface="Outfit Medium"/>
                <a:ea typeface="Outfit Medium"/>
                <a:cs typeface="Outfit Medium"/>
                <a:sym typeface="Outfit Medium"/>
              </a:defRPr>
            </a:lvl6pPr>
            <a:lvl7pPr marR="0" lvl="6" algn="l" rtl="0">
              <a:lnSpc>
                <a:spcPct val="100000"/>
              </a:lnSpc>
              <a:spcBef>
                <a:spcPts val="0"/>
              </a:spcBef>
              <a:spcAft>
                <a:spcPts val="0"/>
              </a:spcAft>
              <a:buClr>
                <a:schemeClr val="dk1"/>
              </a:buClr>
              <a:buSzPts val="4800"/>
              <a:buFont typeface="Outfit Medium"/>
              <a:buNone/>
              <a:defRPr sz="4800" b="0" i="0" u="none" strike="noStrike" cap="none">
                <a:solidFill>
                  <a:schemeClr val="dk1"/>
                </a:solidFill>
                <a:latin typeface="Outfit Medium"/>
                <a:ea typeface="Outfit Medium"/>
                <a:cs typeface="Outfit Medium"/>
                <a:sym typeface="Outfit Medium"/>
              </a:defRPr>
            </a:lvl7pPr>
            <a:lvl8pPr marR="0" lvl="7" algn="l" rtl="0">
              <a:lnSpc>
                <a:spcPct val="100000"/>
              </a:lnSpc>
              <a:spcBef>
                <a:spcPts val="0"/>
              </a:spcBef>
              <a:spcAft>
                <a:spcPts val="0"/>
              </a:spcAft>
              <a:buClr>
                <a:schemeClr val="dk1"/>
              </a:buClr>
              <a:buSzPts val="4800"/>
              <a:buFont typeface="Outfit Medium"/>
              <a:buNone/>
              <a:defRPr sz="4800" b="0" i="0" u="none" strike="noStrike" cap="none">
                <a:solidFill>
                  <a:schemeClr val="dk1"/>
                </a:solidFill>
                <a:latin typeface="Outfit Medium"/>
                <a:ea typeface="Outfit Medium"/>
                <a:cs typeface="Outfit Medium"/>
                <a:sym typeface="Outfit Medium"/>
              </a:defRPr>
            </a:lvl8pPr>
            <a:lvl9pPr marR="0" lvl="8" algn="l" rtl="0">
              <a:lnSpc>
                <a:spcPct val="100000"/>
              </a:lnSpc>
              <a:spcBef>
                <a:spcPts val="0"/>
              </a:spcBef>
              <a:spcAft>
                <a:spcPts val="0"/>
              </a:spcAft>
              <a:buClr>
                <a:schemeClr val="dk1"/>
              </a:buClr>
              <a:buSzPts val="4800"/>
              <a:buFont typeface="Outfit Medium"/>
              <a:buNone/>
              <a:defRPr sz="4800" b="0" i="0" u="none" strike="noStrike" cap="none">
                <a:solidFill>
                  <a:schemeClr val="dk1"/>
                </a:solidFill>
                <a:latin typeface="Outfit Medium"/>
                <a:ea typeface="Outfit Medium"/>
                <a:cs typeface="Outfit Medium"/>
                <a:sym typeface="Outfit Medium"/>
              </a:defRPr>
            </a:lvl9pPr>
          </a:lstStyle>
          <a:p>
            <a:r>
              <a:rPr lang="it-IT" sz="2800" b="0" dirty="0">
                <a:latin typeface="DM Sans" pitchFamily="2" charset="0"/>
              </a:rPr>
              <a:t>Grazie per l’attenzione!</a:t>
            </a:r>
          </a:p>
        </p:txBody>
      </p:sp>
    </p:spTree>
    <p:extLst>
      <p:ext uri="{BB962C8B-B14F-4D97-AF65-F5344CB8AC3E}">
        <p14:creationId xmlns:p14="http://schemas.microsoft.com/office/powerpoint/2010/main" val="4073439574"/>
      </p:ext>
    </p:extLst>
  </p:cSld>
  <p:clrMapOvr>
    <a:masterClrMapping/>
  </p:clrMapOvr>
</p:sld>
</file>

<file path=ppt/theme/theme1.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1923</Words>
  <Application>Microsoft Office PowerPoint</Application>
  <PresentationFormat>Presentazione su schermo (16:9)</PresentationFormat>
  <Paragraphs>175</Paragraphs>
  <Slides>44</Slides>
  <Notes>44</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44</vt:i4>
      </vt:variant>
    </vt:vector>
  </HeadingPairs>
  <TitlesOfParts>
    <vt:vector size="50" baseType="lpstr">
      <vt:lpstr>Outfit</vt:lpstr>
      <vt:lpstr>Consolas</vt:lpstr>
      <vt:lpstr>DM Sans</vt:lpstr>
      <vt:lpstr>Arial</vt:lpstr>
      <vt:lpstr>Nunito Light</vt:lpstr>
      <vt:lpstr>Data Collection and Analysis - Master of Science in Community Health and Prevention Research by Slidesgo</vt:lpstr>
      <vt:lpstr>Le conseguenze del covid-19  Data Mining project</vt:lpstr>
      <vt:lpstr>Contenuti</vt:lpstr>
      <vt:lpstr>Introduzione</vt:lpstr>
      <vt:lpstr>Analisi e Pulizia del Dataset</vt:lpstr>
      <vt:lpstr>Analisi dei dati</vt:lpstr>
      <vt:lpstr>Selezione delle feature</vt:lpstr>
      <vt:lpstr>Filtraggio preliminare</vt:lpstr>
      <vt:lpstr>Approssimazione dei NaN</vt:lpstr>
      <vt:lpstr>Approssimazione dei NaN</vt:lpstr>
      <vt:lpstr>Approssimazione dei NaN</vt:lpstr>
      <vt:lpstr>Approssimazione dei NaN</vt:lpstr>
      <vt:lpstr>Approssimazione con logica</vt:lpstr>
      <vt:lpstr>Filtraggio finale</vt:lpstr>
      <vt:lpstr>Dataset ripulito</vt:lpstr>
      <vt:lpstr>Descrizione delle feature</vt:lpstr>
      <vt:lpstr>Descrizione delle feature</vt:lpstr>
      <vt:lpstr>Riduzione della dimensionalità</vt:lpstr>
      <vt:lpstr>Encoding</vt:lpstr>
      <vt:lpstr>Dimensionality Reduction</vt:lpstr>
      <vt:lpstr>Dimensionality reduction</vt:lpstr>
      <vt:lpstr>Presentazione standard di PowerPoint</vt:lpstr>
      <vt:lpstr>Clustering</vt:lpstr>
      <vt:lpstr>Clustering Bidimensionale</vt:lpstr>
      <vt:lpstr>Presentazione standard di PowerPoint</vt:lpstr>
      <vt:lpstr>Presentazione standard di PowerPoint</vt:lpstr>
      <vt:lpstr>K-means su KernelPCA</vt:lpstr>
      <vt:lpstr>Presentazione standard di PowerPoint</vt:lpstr>
      <vt:lpstr>DBSCAN</vt:lpstr>
      <vt:lpstr>Presentazione standard di PowerPoint</vt:lpstr>
      <vt:lpstr>Interpretazione dei cluster UMAP</vt:lpstr>
      <vt:lpstr>Clustering multidimensionale</vt:lpstr>
      <vt:lpstr>Presentazione standard di PowerPoint</vt:lpstr>
      <vt:lpstr>Kernel_PCA &amp; K-means</vt:lpstr>
      <vt:lpstr>Regole di associazione</vt:lpstr>
      <vt:lpstr>Operazioni effettuate</vt:lpstr>
      <vt:lpstr>Rimozione itemset</vt:lpstr>
      <vt:lpstr>Individuazione regole</vt:lpstr>
      <vt:lpstr>Regole interessanti cluster </vt:lpstr>
      <vt:lpstr>Regole interessanti cluster </vt:lpstr>
      <vt:lpstr>Regole interessanti cluster </vt:lpstr>
      <vt:lpstr>Conclusione</vt:lpstr>
      <vt:lpstr>Conclusione</vt:lpstr>
      <vt:lpstr>Presentazione standard di PowerPoint</vt:lpstr>
      <vt:lpstr>Fine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gabriele detomaso</dc:creator>
  <cp:lastModifiedBy>DETOMASO GABRIELE</cp:lastModifiedBy>
  <cp:revision>56</cp:revision>
  <dcterms:modified xsi:type="dcterms:W3CDTF">2025-03-01T18:03:30Z</dcterms:modified>
</cp:coreProperties>
</file>